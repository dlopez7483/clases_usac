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7" roundtripDataSignature="AMtx7mjKsM8X8trQuRY+y3uUwiAGgaNr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1C3F3A-9F51-407F-9854-7C7099990D67}">
  <a:tblStyle styleId="{751C3F3A-9F51-407F-9854-7C7099990D6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1a9b5ae3c_0_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65" name="Google Shape;165;g41a9b5ae3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41a9b5ae3c_0_8: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41a9b5ae3c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77" name="Google Shape;177;g41a9b5ae3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g41a9b5ae3c_0_0:notes"/>
          <p:cNvSpPr txBox="1"/>
          <p:nvPr>
            <p:ph idx="12" type="sldNum"/>
          </p:nvPr>
        </p:nvSpPr>
        <p:spPr>
          <a:xfrm>
            <a:off x="3884612" y="8685212"/>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An airline reservation system supports a number of different</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transactions to book airline seats, update or cancel them, transfer them,</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upgrade them, and so forth. Figure 2–1 shows the context for this system.</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The externally visible behavior of the system (what it does) is its re-</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sponse to the transactions that can be submitted by customers, such as</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booking a seat, updating a reservation, or canceling a booking. The</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quality properties of the system (how it does it) include the average</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response time for a transaction under a specified load, the maximum</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throughput the system can support, system availability, and the time</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rPr>
              <a:t>required to repair defects.</a:t>
            </a:r>
            <a:endParaRPr sz="1000">
              <a:solidFill>
                <a:schemeClr val="dk1"/>
              </a:solidFill>
            </a:endParaRPr>
          </a:p>
          <a:p>
            <a:pPr indent="0" lvl="0" marL="0" rtl="0" algn="l">
              <a:lnSpc>
                <a:spcPct val="100000"/>
              </a:lnSpc>
              <a:spcBef>
                <a:spcPts val="0"/>
              </a:spcBef>
              <a:spcAft>
                <a:spcPts val="0"/>
              </a:spcAft>
              <a:buSzPts val="1400"/>
              <a:buNone/>
            </a:pPr>
            <a:r>
              <a:t/>
            </a:r>
            <a:endParaRPr/>
          </a:p>
        </p:txBody>
      </p:sp>
      <p:sp>
        <p:nvSpPr>
          <p:cNvPr id="186" name="Google Shape;18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ba987593f0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ba987593f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2ba987593f0_0_0: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e5a6456026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e5a6456026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1e5a6456026_0_1: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cada rectángulo representa la aplicación de una perspectiva a una vista, el contenido del rectángulo define las cualidades importantes y los intereses de esa intersección.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Ejemplos:</a:t>
            </a:r>
            <a:endParaRPr/>
          </a:p>
          <a:p>
            <a:pPr indent="-317500" lvl="0" marL="457200" rtl="0" algn="l">
              <a:lnSpc>
                <a:spcPct val="100000"/>
              </a:lnSpc>
              <a:spcBef>
                <a:spcPts val="0"/>
              </a:spcBef>
              <a:spcAft>
                <a:spcPts val="0"/>
              </a:spcAft>
              <a:buSzPts val="1400"/>
              <a:buChar char="-"/>
            </a:pPr>
            <a:r>
              <a:rPr lang="en-US"/>
              <a:t>Cuando aplicamos la perspectiva de seguridad a la vista de información, nos guiará el diseño de la arquitectura para que, por ejemplo, se incluya un apropiado control de </a:t>
            </a:r>
            <a:r>
              <a:rPr lang="en-US">
                <a:solidFill>
                  <a:schemeClr val="dk1"/>
                </a:solidFill>
              </a:rPr>
              <a:t>acceso a datos y de propiedad de los datos.</a:t>
            </a:r>
            <a:endParaRPr/>
          </a:p>
        </p:txBody>
      </p:sp>
      <p:sp>
        <p:nvSpPr>
          <p:cNvPr id="328" name="Google Shape;328;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9" name="Shape 49"/>
        <p:cNvGrpSpPr/>
        <p:nvPr/>
      </p:nvGrpSpPr>
      <p:grpSpPr>
        <a:xfrm>
          <a:off x="0" y="0"/>
          <a:ext cx="0" cy="0"/>
          <a:chOff x="0" y="0"/>
          <a:chExt cx="0" cy="0"/>
        </a:xfrm>
      </p:grpSpPr>
      <p:sp>
        <p:nvSpPr>
          <p:cNvPr id="50" name="Google Shape;50;p28"/>
          <p:cNvSpPr txBox="1"/>
          <p:nvPr>
            <p:ph type="ctrTitle"/>
          </p:nvPr>
        </p:nvSpPr>
        <p:spPr>
          <a:xfrm>
            <a:off x="315913" y="466725"/>
            <a:ext cx="6781800" cy="2133600"/>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 type="subTitle"/>
          </p:nvPr>
        </p:nvSpPr>
        <p:spPr>
          <a:xfrm>
            <a:off x="849313" y="3049588"/>
            <a:ext cx="6248400" cy="2362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640"/>
              </a:spcBef>
              <a:spcAft>
                <a:spcPts val="0"/>
              </a:spcAft>
              <a:buSzPts val="2240"/>
              <a:buFont typeface="Noto Sans Symbols"/>
              <a:buNone/>
              <a:defRPr sz="3200"/>
            </a:lvl1pPr>
            <a:lvl2pPr lvl="1" algn="l">
              <a:lnSpc>
                <a:spcPct val="100000"/>
              </a:lnSpc>
              <a:spcBef>
                <a:spcPts val="360"/>
              </a:spcBef>
              <a:spcAft>
                <a:spcPts val="0"/>
              </a:spcAft>
              <a:buSzPts val="1260"/>
              <a:buChar char="●"/>
              <a:defRPr/>
            </a:lvl2pPr>
            <a:lvl3pPr lvl="2" algn="l">
              <a:lnSpc>
                <a:spcPct val="100000"/>
              </a:lnSpc>
              <a:spcBef>
                <a:spcPts val="360"/>
              </a:spcBef>
              <a:spcAft>
                <a:spcPts val="0"/>
              </a:spcAft>
              <a:buSzPts val="1260"/>
              <a:buChar char="●"/>
              <a:defRPr/>
            </a:lvl3pPr>
            <a:lvl4pPr lvl="3" algn="l">
              <a:lnSpc>
                <a:spcPct val="100000"/>
              </a:lnSpc>
              <a:spcBef>
                <a:spcPts val="360"/>
              </a:spcBef>
              <a:spcAft>
                <a:spcPts val="0"/>
              </a:spcAft>
              <a:buSzPts val="1350"/>
              <a:buChar char="▪"/>
              <a:defRPr/>
            </a:lvl4pPr>
            <a:lvl5pPr lvl="4" algn="l">
              <a:lnSpc>
                <a:spcPct val="100000"/>
              </a:lnSpc>
              <a:spcBef>
                <a:spcPts val="360"/>
              </a:spcBef>
              <a:spcAft>
                <a:spcPts val="0"/>
              </a:spcAft>
              <a:buSzPts val="1440"/>
              <a:buChar char="▪"/>
              <a:defRPr/>
            </a:lvl5pPr>
            <a:lvl6pPr lvl="5" algn="l">
              <a:lnSpc>
                <a:spcPct val="100000"/>
              </a:lnSpc>
              <a:spcBef>
                <a:spcPts val="360"/>
              </a:spcBef>
              <a:spcAft>
                <a:spcPts val="0"/>
              </a:spcAft>
              <a:buSzPts val="1440"/>
              <a:buChar char="▪"/>
              <a:defRPr/>
            </a:lvl6pPr>
            <a:lvl7pPr lvl="6" algn="l">
              <a:lnSpc>
                <a:spcPct val="100000"/>
              </a:lnSpc>
              <a:spcBef>
                <a:spcPts val="360"/>
              </a:spcBef>
              <a:spcAft>
                <a:spcPts val="0"/>
              </a:spcAft>
              <a:buSzPts val="1440"/>
              <a:buChar char="▪"/>
              <a:defRPr/>
            </a:lvl7pPr>
            <a:lvl8pPr lvl="7" algn="l">
              <a:lnSpc>
                <a:spcPct val="100000"/>
              </a:lnSpc>
              <a:spcBef>
                <a:spcPts val="360"/>
              </a:spcBef>
              <a:spcAft>
                <a:spcPts val="0"/>
              </a:spcAft>
              <a:buSzPts val="1440"/>
              <a:buChar char="▪"/>
              <a:defRPr/>
            </a:lvl8pPr>
            <a:lvl9pPr lvl="8" algn="l">
              <a:lnSpc>
                <a:spcPct val="100000"/>
              </a:lnSpc>
              <a:spcBef>
                <a:spcPts val="360"/>
              </a:spcBef>
              <a:spcAft>
                <a:spcPts val="0"/>
              </a:spcAft>
              <a:buSzPts val="1440"/>
              <a:buChar char="▪"/>
              <a:defRPr/>
            </a:lvl9pPr>
          </a:lstStyle>
          <a:p/>
        </p:txBody>
      </p:sp>
      <p:sp>
        <p:nvSpPr>
          <p:cNvPr id="52" name="Google Shape;52;p28"/>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8"/>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30"/>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0"/>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97" name="Google Shape;97;p30"/>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0" name="Shape 100"/>
        <p:cNvGrpSpPr/>
        <p:nvPr/>
      </p:nvGrpSpPr>
      <p:grpSpPr>
        <a:xfrm>
          <a:off x="0" y="0"/>
          <a:ext cx="0" cy="0"/>
          <a:chOff x="0" y="0"/>
          <a:chExt cx="0" cy="0"/>
        </a:xfrm>
      </p:grpSpPr>
      <p:sp>
        <p:nvSpPr>
          <p:cNvPr id="101" name="Google Shape;101;p31"/>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SzPts val="14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200"/>
              <a:buNone/>
              <a:defRPr b="1" sz="1600"/>
            </a:lvl4pPr>
            <a:lvl5pPr indent="-228600" lvl="4" marL="2286000" algn="l">
              <a:lnSpc>
                <a:spcPct val="100000"/>
              </a:lnSpc>
              <a:spcBef>
                <a:spcPts val="320"/>
              </a:spcBef>
              <a:spcAft>
                <a:spcPts val="0"/>
              </a:spcAft>
              <a:buSzPts val="1280"/>
              <a:buNone/>
              <a:defRPr b="1" sz="1600"/>
            </a:lvl5pPr>
            <a:lvl6pPr indent="-228600" lvl="5" marL="2743200" algn="l">
              <a:lnSpc>
                <a:spcPct val="100000"/>
              </a:lnSpc>
              <a:spcBef>
                <a:spcPts val="320"/>
              </a:spcBef>
              <a:spcAft>
                <a:spcPts val="0"/>
              </a:spcAft>
              <a:buSzPts val="1280"/>
              <a:buNone/>
              <a:defRPr b="1" sz="1600"/>
            </a:lvl6pPr>
            <a:lvl7pPr indent="-228600" lvl="6" marL="3200400" algn="l">
              <a:lnSpc>
                <a:spcPct val="100000"/>
              </a:lnSpc>
              <a:spcBef>
                <a:spcPts val="320"/>
              </a:spcBef>
              <a:spcAft>
                <a:spcPts val="0"/>
              </a:spcAft>
              <a:buSzPts val="1280"/>
              <a:buNone/>
              <a:defRPr b="1" sz="1600"/>
            </a:lvl7pPr>
            <a:lvl8pPr indent="-228600" lvl="7" marL="3657600" algn="l">
              <a:lnSpc>
                <a:spcPct val="100000"/>
              </a:lnSpc>
              <a:spcBef>
                <a:spcPts val="320"/>
              </a:spcBef>
              <a:spcAft>
                <a:spcPts val="0"/>
              </a:spcAft>
              <a:buSzPts val="1280"/>
              <a:buNone/>
              <a:defRPr b="1" sz="1600"/>
            </a:lvl8pPr>
            <a:lvl9pPr indent="-228600" lvl="8" marL="4114800" algn="l">
              <a:lnSpc>
                <a:spcPct val="100000"/>
              </a:lnSpc>
              <a:spcBef>
                <a:spcPts val="320"/>
              </a:spcBef>
              <a:spcAft>
                <a:spcPts val="0"/>
              </a:spcAft>
              <a:buSzPts val="1280"/>
              <a:buNone/>
              <a:defRPr b="1" sz="1600"/>
            </a:lvl9pPr>
          </a:lstStyle>
          <a:p/>
        </p:txBody>
      </p:sp>
      <p:sp>
        <p:nvSpPr>
          <p:cNvPr id="103" name="Google Shape;103;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17500" lvl="1" marL="914400" algn="l">
              <a:lnSpc>
                <a:spcPct val="100000"/>
              </a:lnSpc>
              <a:spcBef>
                <a:spcPts val="400"/>
              </a:spcBef>
              <a:spcAft>
                <a:spcPts val="0"/>
              </a:spcAft>
              <a:buSzPts val="1400"/>
              <a:buChar char="●"/>
              <a:defRPr sz="2000"/>
            </a:lvl2pPr>
            <a:lvl3pPr indent="-308610" lvl="2" marL="1371600" algn="l">
              <a:lnSpc>
                <a:spcPct val="100000"/>
              </a:lnSpc>
              <a:spcBef>
                <a:spcPts val="360"/>
              </a:spcBef>
              <a:spcAft>
                <a:spcPts val="0"/>
              </a:spcAft>
              <a:buSzPts val="1260"/>
              <a:buChar char="●"/>
              <a:defRPr sz="1800"/>
            </a:lvl3pPr>
            <a:lvl4pPr indent="-304800" lvl="3" marL="1828800" algn="l">
              <a:lnSpc>
                <a:spcPct val="100000"/>
              </a:lnSpc>
              <a:spcBef>
                <a:spcPts val="320"/>
              </a:spcBef>
              <a:spcAft>
                <a:spcPts val="0"/>
              </a:spcAft>
              <a:buSzPts val="1200"/>
              <a:buChar char="▪"/>
              <a:defRPr sz="1600"/>
            </a:lvl4pPr>
            <a:lvl5pPr indent="-309879" lvl="4" marL="2286000" algn="l">
              <a:lnSpc>
                <a:spcPct val="100000"/>
              </a:lnSpc>
              <a:spcBef>
                <a:spcPts val="320"/>
              </a:spcBef>
              <a:spcAft>
                <a:spcPts val="0"/>
              </a:spcAft>
              <a:buSzPts val="1280"/>
              <a:buChar char="▪"/>
              <a:defRPr sz="1600"/>
            </a:lvl5pPr>
            <a:lvl6pPr indent="-309879" lvl="5" marL="2743200" algn="l">
              <a:lnSpc>
                <a:spcPct val="100000"/>
              </a:lnSpc>
              <a:spcBef>
                <a:spcPts val="320"/>
              </a:spcBef>
              <a:spcAft>
                <a:spcPts val="0"/>
              </a:spcAft>
              <a:buSzPts val="1280"/>
              <a:buChar char="▪"/>
              <a:defRPr sz="1600"/>
            </a:lvl6pPr>
            <a:lvl7pPr indent="-309879" lvl="6" marL="3200400" algn="l">
              <a:lnSpc>
                <a:spcPct val="100000"/>
              </a:lnSpc>
              <a:spcBef>
                <a:spcPts val="320"/>
              </a:spcBef>
              <a:spcAft>
                <a:spcPts val="0"/>
              </a:spcAft>
              <a:buSzPts val="1280"/>
              <a:buChar char="▪"/>
              <a:defRPr sz="1600"/>
            </a:lvl7pPr>
            <a:lvl8pPr indent="-309879" lvl="7" marL="3657600" algn="l">
              <a:lnSpc>
                <a:spcPct val="100000"/>
              </a:lnSpc>
              <a:spcBef>
                <a:spcPts val="320"/>
              </a:spcBef>
              <a:spcAft>
                <a:spcPts val="0"/>
              </a:spcAft>
              <a:buSzPts val="1280"/>
              <a:buChar char="▪"/>
              <a:defRPr sz="1600"/>
            </a:lvl8pPr>
            <a:lvl9pPr indent="-309879" lvl="8" marL="4114800" algn="l">
              <a:lnSpc>
                <a:spcPct val="100000"/>
              </a:lnSpc>
              <a:spcBef>
                <a:spcPts val="320"/>
              </a:spcBef>
              <a:spcAft>
                <a:spcPts val="0"/>
              </a:spcAft>
              <a:buSzPts val="1280"/>
              <a:buChar char="▪"/>
              <a:defRPr sz="1600"/>
            </a:lvl9pPr>
          </a:lstStyle>
          <a:p/>
        </p:txBody>
      </p:sp>
      <p:sp>
        <p:nvSpPr>
          <p:cNvPr id="104" name="Google Shape;104;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SzPts val="14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200"/>
              <a:buNone/>
              <a:defRPr b="1" sz="1600"/>
            </a:lvl4pPr>
            <a:lvl5pPr indent="-228600" lvl="4" marL="2286000" algn="l">
              <a:lnSpc>
                <a:spcPct val="100000"/>
              </a:lnSpc>
              <a:spcBef>
                <a:spcPts val="320"/>
              </a:spcBef>
              <a:spcAft>
                <a:spcPts val="0"/>
              </a:spcAft>
              <a:buSzPts val="1280"/>
              <a:buNone/>
              <a:defRPr b="1" sz="1600"/>
            </a:lvl5pPr>
            <a:lvl6pPr indent="-228600" lvl="5" marL="2743200" algn="l">
              <a:lnSpc>
                <a:spcPct val="100000"/>
              </a:lnSpc>
              <a:spcBef>
                <a:spcPts val="320"/>
              </a:spcBef>
              <a:spcAft>
                <a:spcPts val="0"/>
              </a:spcAft>
              <a:buSzPts val="1280"/>
              <a:buNone/>
              <a:defRPr b="1" sz="1600"/>
            </a:lvl6pPr>
            <a:lvl7pPr indent="-228600" lvl="6" marL="3200400" algn="l">
              <a:lnSpc>
                <a:spcPct val="100000"/>
              </a:lnSpc>
              <a:spcBef>
                <a:spcPts val="320"/>
              </a:spcBef>
              <a:spcAft>
                <a:spcPts val="0"/>
              </a:spcAft>
              <a:buSzPts val="1280"/>
              <a:buNone/>
              <a:defRPr b="1" sz="1600"/>
            </a:lvl7pPr>
            <a:lvl8pPr indent="-228600" lvl="7" marL="3657600" algn="l">
              <a:lnSpc>
                <a:spcPct val="100000"/>
              </a:lnSpc>
              <a:spcBef>
                <a:spcPts val="320"/>
              </a:spcBef>
              <a:spcAft>
                <a:spcPts val="0"/>
              </a:spcAft>
              <a:buSzPts val="1280"/>
              <a:buNone/>
              <a:defRPr b="1" sz="1600"/>
            </a:lvl8pPr>
            <a:lvl9pPr indent="-228600" lvl="8" marL="4114800" algn="l">
              <a:lnSpc>
                <a:spcPct val="100000"/>
              </a:lnSpc>
              <a:spcBef>
                <a:spcPts val="320"/>
              </a:spcBef>
              <a:spcAft>
                <a:spcPts val="0"/>
              </a:spcAft>
              <a:buSzPts val="1280"/>
              <a:buNone/>
              <a:defRPr b="1" sz="1600"/>
            </a:lvl9pPr>
          </a:lstStyle>
          <a:p/>
        </p:txBody>
      </p:sp>
      <p:sp>
        <p:nvSpPr>
          <p:cNvPr id="105" name="Google Shape;105;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17500" lvl="1" marL="914400" algn="l">
              <a:lnSpc>
                <a:spcPct val="100000"/>
              </a:lnSpc>
              <a:spcBef>
                <a:spcPts val="400"/>
              </a:spcBef>
              <a:spcAft>
                <a:spcPts val="0"/>
              </a:spcAft>
              <a:buSzPts val="1400"/>
              <a:buChar char="●"/>
              <a:defRPr sz="2000"/>
            </a:lvl2pPr>
            <a:lvl3pPr indent="-308610" lvl="2" marL="1371600" algn="l">
              <a:lnSpc>
                <a:spcPct val="100000"/>
              </a:lnSpc>
              <a:spcBef>
                <a:spcPts val="360"/>
              </a:spcBef>
              <a:spcAft>
                <a:spcPts val="0"/>
              </a:spcAft>
              <a:buSzPts val="1260"/>
              <a:buChar char="●"/>
              <a:defRPr sz="1800"/>
            </a:lvl3pPr>
            <a:lvl4pPr indent="-304800" lvl="3" marL="1828800" algn="l">
              <a:lnSpc>
                <a:spcPct val="100000"/>
              </a:lnSpc>
              <a:spcBef>
                <a:spcPts val="320"/>
              </a:spcBef>
              <a:spcAft>
                <a:spcPts val="0"/>
              </a:spcAft>
              <a:buSzPts val="1200"/>
              <a:buChar char="▪"/>
              <a:defRPr sz="1600"/>
            </a:lvl4pPr>
            <a:lvl5pPr indent="-309879" lvl="4" marL="2286000" algn="l">
              <a:lnSpc>
                <a:spcPct val="100000"/>
              </a:lnSpc>
              <a:spcBef>
                <a:spcPts val="320"/>
              </a:spcBef>
              <a:spcAft>
                <a:spcPts val="0"/>
              </a:spcAft>
              <a:buSzPts val="1280"/>
              <a:buChar char="▪"/>
              <a:defRPr sz="1600"/>
            </a:lvl5pPr>
            <a:lvl6pPr indent="-309879" lvl="5" marL="2743200" algn="l">
              <a:lnSpc>
                <a:spcPct val="100000"/>
              </a:lnSpc>
              <a:spcBef>
                <a:spcPts val="320"/>
              </a:spcBef>
              <a:spcAft>
                <a:spcPts val="0"/>
              </a:spcAft>
              <a:buSzPts val="1280"/>
              <a:buChar char="▪"/>
              <a:defRPr sz="1600"/>
            </a:lvl6pPr>
            <a:lvl7pPr indent="-309879" lvl="6" marL="3200400" algn="l">
              <a:lnSpc>
                <a:spcPct val="100000"/>
              </a:lnSpc>
              <a:spcBef>
                <a:spcPts val="320"/>
              </a:spcBef>
              <a:spcAft>
                <a:spcPts val="0"/>
              </a:spcAft>
              <a:buSzPts val="1280"/>
              <a:buChar char="▪"/>
              <a:defRPr sz="1600"/>
            </a:lvl7pPr>
            <a:lvl8pPr indent="-309879" lvl="7" marL="3657600" algn="l">
              <a:lnSpc>
                <a:spcPct val="100000"/>
              </a:lnSpc>
              <a:spcBef>
                <a:spcPts val="320"/>
              </a:spcBef>
              <a:spcAft>
                <a:spcPts val="0"/>
              </a:spcAft>
              <a:buSzPts val="1280"/>
              <a:buChar char="▪"/>
              <a:defRPr sz="1600"/>
            </a:lvl8pPr>
            <a:lvl9pPr indent="-309879" lvl="8" marL="4114800" algn="l">
              <a:lnSpc>
                <a:spcPct val="100000"/>
              </a:lnSpc>
              <a:spcBef>
                <a:spcPts val="320"/>
              </a:spcBef>
              <a:spcAft>
                <a:spcPts val="0"/>
              </a:spcAft>
              <a:buSzPts val="1280"/>
              <a:buChar char="▪"/>
              <a:defRPr sz="1600"/>
            </a:lvl9pPr>
          </a:lstStyle>
          <a:p/>
        </p:txBody>
      </p:sp>
      <p:sp>
        <p:nvSpPr>
          <p:cNvPr id="106" name="Google Shape;106;p31"/>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1"/>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32"/>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2"/>
          <p:cNvSpPr txBox="1"/>
          <p:nvPr>
            <p:ph idx="1" type="body"/>
          </p:nvPr>
        </p:nvSpPr>
        <p:spPr>
          <a:xfrm>
            <a:off x="457200" y="1719263"/>
            <a:ext cx="4038600" cy="4411662"/>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35280" lvl="1" marL="914400" algn="l">
              <a:lnSpc>
                <a:spcPct val="100000"/>
              </a:lnSpc>
              <a:spcBef>
                <a:spcPts val="480"/>
              </a:spcBef>
              <a:spcAft>
                <a:spcPts val="0"/>
              </a:spcAft>
              <a:buSzPts val="1680"/>
              <a:buChar char="●"/>
              <a:defRPr sz="2400"/>
            </a:lvl2pPr>
            <a:lvl3pPr indent="-317500" lvl="2" marL="1371600" algn="l">
              <a:lnSpc>
                <a:spcPct val="100000"/>
              </a:lnSpc>
              <a:spcBef>
                <a:spcPts val="400"/>
              </a:spcBef>
              <a:spcAft>
                <a:spcPts val="0"/>
              </a:spcAft>
              <a:buSzPts val="1400"/>
              <a:buChar char="●"/>
              <a:defRPr sz="2000"/>
            </a:lvl3pPr>
            <a:lvl4pPr indent="-314325" lvl="3" marL="1828800" algn="l">
              <a:lnSpc>
                <a:spcPct val="100000"/>
              </a:lnSpc>
              <a:spcBef>
                <a:spcPts val="360"/>
              </a:spcBef>
              <a:spcAft>
                <a:spcPts val="0"/>
              </a:spcAft>
              <a:buSzPts val="1350"/>
              <a:buChar char="▪"/>
              <a:defRPr sz="1800"/>
            </a:lvl4pPr>
            <a:lvl5pPr indent="-320039" lvl="4" marL="2286000" algn="l">
              <a:lnSpc>
                <a:spcPct val="100000"/>
              </a:lnSpc>
              <a:spcBef>
                <a:spcPts val="360"/>
              </a:spcBef>
              <a:spcAft>
                <a:spcPts val="0"/>
              </a:spcAft>
              <a:buSzPts val="1440"/>
              <a:buChar char="▪"/>
              <a:defRPr sz="1800"/>
            </a:lvl5pPr>
            <a:lvl6pPr indent="-320039" lvl="5" marL="2743200" algn="l">
              <a:lnSpc>
                <a:spcPct val="100000"/>
              </a:lnSpc>
              <a:spcBef>
                <a:spcPts val="360"/>
              </a:spcBef>
              <a:spcAft>
                <a:spcPts val="0"/>
              </a:spcAft>
              <a:buSzPts val="1440"/>
              <a:buChar char="▪"/>
              <a:defRPr sz="1800"/>
            </a:lvl6pPr>
            <a:lvl7pPr indent="-320039" lvl="6" marL="3200400" algn="l">
              <a:lnSpc>
                <a:spcPct val="100000"/>
              </a:lnSpc>
              <a:spcBef>
                <a:spcPts val="360"/>
              </a:spcBef>
              <a:spcAft>
                <a:spcPts val="0"/>
              </a:spcAft>
              <a:buSzPts val="1440"/>
              <a:buChar char="▪"/>
              <a:defRPr sz="1800"/>
            </a:lvl7pPr>
            <a:lvl8pPr indent="-320040" lvl="7" marL="3657600" algn="l">
              <a:lnSpc>
                <a:spcPct val="100000"/>
              </a:lnSpc>
              <a:spcBef>
                <a:spcPts val="360"/>
              </a:spcBef>
              <a:spcAft>
                <a:spcPts val="0"/>
              </a:spcAft>
              <a:buSzPts val="1440"/>
              <a:buChar char="▪"/>
              <a:defRPr sz="1800"/>
            </a:lvl8pPr>
            <a:lvl9pPr indent="-320040" lvl="8" marL="4114800" algn="l">
              <a:lnSpc>
                <a:spcPct val="100000"/>
              </a:lnSpc>
              <a:spcBef>
                <a:spcPts val="360"/>
              </a:spcBef>
              <a:spcAft>
                <a:spcPts val="0"/>
              </a:spcAft>
              <a:buSzPts val="1440"/>
              <a:buChar char="▪"/>
              <a:defRPr sz="1800"/>
            </a:lvl9pPr>
          </a:lstStyle>
          <a:p/>
        </p:txBody>
      </p:sp>
      <p:sp>
        <p:nvSpPr>
          <p:cNvPr id="112" name="Google Shape;112;p32"/>
          <p:cNvSpPr txBox="1"/>
          <p:nvPr>
            <p:ph idx="2" type="body"/>
          </p:nvPr>
        </p:nvSpPr>
        <p:spPr>
          <a:xfrm>
            <a:off x="4648200" y="1719263"/>
            <a:ext cx="4038600" cy="4411662"/>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35280" lvl="1" marL="914400" algn="l">
              <a:lnSpc>
                <a:spcPct val="100000"/>
              </a:lnSpc>
              <a:spcBef>
                <a:spcPts val="480"/>
              </a:spcBef>
              <a:spcAft>
                <a:spcPts val="0"/>
              </a:spcAft>
              <a:buSzPts val="1680"/>
              <a:buChar char="●"/>
              <a:defRPr sz="2400"/>
            </a:lvl2pPr>
            <a:lvl3pPr indent="-317500" lvl="2" marL="1371600" algn="l">
              <a:lnSpc>
                <a:spcPct val="100000"/>
              </a:lnSpc>
              <a:spcBef>
                <a:spcPts val="400"/>
              </a:spcBef>
              <a:spcAft>
                <a:spcPts val="0"/>
              </a:spcAft>
              <a:buSzPts val="1400"/>
              <a:buChar char="●"/>
              <a:defRPr sz="2000"/>
            </a:lvl3pPr>
            <a:lvl4pPr indent="-314325" lvl="3" marL="1828800" algn="l">
              <a:lnSpc>
                <a:spcPct val="100000"/>
              </a:lnSpc>
              <a:spcBef>
                <a:spcPts val="360"/>
              </a:spcBef>
              <a:spcAft>
                <a:spcPts val="0"/>
              </a:spcAft>
              <a:buSzPts val="1350"/>
              <a:buChar char="▪"/>
              <a:defRPr sz="1800"/>
            </a:lvl4pPr>
            <a:lvl5pPr indent="-320039" lvl="4" marL="2286000" algn="l">
              <a:lnSpc>
                <a:spcPct val="100000"/>
              </a:lnSpc>
              <a:spcBef>
                <a:spcPts val="360"/>
              </a:spcBef>
              <a:spcAft>
                <a:spcPts val="0"/>
              </a:spcAft>
              <a:buSzPts val="1440"/>
              <a:buChar char="▪"/>
              <a:defRPr sz="1800"/>
            </a:lvl5pPr>
            <a:lvl6pPr indent="-320039" lvl="5" marL="2743200" algn="l">
              <a:lnSpc>
                <a:spcPct val="100000"/>
              </a:lnSpc>
              <a:spcBef>
                <a:spcPts val="360"/>
              </a:spcBef>
              <a:spcAft>
                <a:spcPts val="0"/>
              </a:spcAft>
              <a:buSzPts val="1440"/>
              <a:buChar char="▪"/>
              <a:defRPr sz="1800"/>
            </a:lvl6pPr>
            <a:lvl7pPr indent="-320039" lvl="6" marL="3200400" algn="l">
              <a:lnSpc>
                <a:spcPct val="100000"/>
              </a:lnSpc>
              <a:spcBef>
                <a:spcPts val="360"/>
              </a:spcBef>
              <a:spcAft>
                <a:spcPts val="0"/>
              </a:spcAft>
              <a:buSzPts val="1440"/>
              <a:buChar char="▪"/>
              <a:defRPr sz="1800"/>
            </a:lvl7pPr>
            <a:lvl8pPr indent="-320040" lvl="7" marL="3657600" algn="l">
              <a:lnSpc>
                <a:spcPct val="100000"/>
              </a:lnSpc>
              <a:spcBef>
                <a:spcPts val="360"/>
              </a:spcBef>
              <a:spcAft>
                <a:spcPts val="0"/>
              </a:spcAft>
              <a:buSzPts val="1440"/>
              <a:buChar char="▪"/>
              <a:defRPr sz="1800"/>
            </a:lvl8pPr>
            <a:lvl9pPr indent="-320040" lvl="8" marL="4114800" algn="l">
              <a:lnSpc>
                <a:spcPct val="100000"/>
              </a:lnSpc>
              <a:spcBef>
                <a:spcPts val="360"/>
              </a:spcBef>
              <a:spcAft>
                <a:spcPts val="0"/>
              </a:spcAft>
              <a:buSzPts val="1440"/>
              <a:buChar char="▪"/>
              <a:defRPr sz="1800"/>
            </a:lvl9pPr>
          </a:lstStyle>
          <a:p/>
        </p:txBody>
      </p:sp>
      <p:sp>
        <p:nvSpPr>
          <p:cNvPr id="113" name="Google Shape;113;p32"/>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2"/>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SzPts val="1400"/>
              <a:buNone/>
              <a:defRPr sz="2000"/>
            </a:lvl1pPr>
            <a:lvl2pPr indent="-228600" lvl="1" marL="914400" algn="l">
              <a:lnSpc>
                <a:spcPct val="100000"/>
              </a:lnSpc>
              <a:spcBef>
                <a:spcPts val="360"/>
              </a:spcBef>
              <a:spcAft>
                <a:spcPts val="0"/>
              </a:spcAft>
              <a:buSzPts val="1260"/>
              <a:buNone/>
              <a:defRPr sz="1800"/>
            </a:lvl2pPr>
            <a:lvl3pPr indent="-228600" lvl="2" marL="1371600" algn="l">
              <a:lnSpc>
                <a:spcPct val="100000"/>
              </a:lnSpc>
              <a:spcBef>
                <a:spcPts val="320"/>
              </a:spcBef>
              <a:spcAft>
                <a:spcPts val="0"/>
              </a:spcAft>
              <a:buSzPts val="1120"/>
              <a:buNone/>
              <a:defRPr sz="1600"/>
            </a:lvl3pPr>
            <a:lvl4pPr indent="-228600" lvl="3" marL="1828800" algn="l">
              <a:lnSpc>
                <a:spcPct val="100000"/>
              </a:lnSpc>
              <a:spcBef>
                <a:spcPts val="280"/>
              </a:spcBef>
              <a:spcAft>
                <a:spcPts val="0"/>
              </a:spcAft>
              <a:buSzPts val="1050"/>
              <a:buNone/>
              <a:defRPr sz="1400"/>
            </a:lvl4pPr>
            <a:lvl5pPr indent="-228600" lvl="4" marL="2286000" algn="l">
              <a:lnSpc>
                <a:spcPct val="100000"/>
              </a:lnSpc>
              <a:spcBef>
                <a:spcPts val="280"/>
              </a:spcBef>
              <a:spcAft>
                <a:spcPts val="0"/>
              </a:spcAft>
              <a:buSzPts val="1120"/>
              <a:buNone/>
              <a:defRPr sz="1400"/>
            </a:lvl5pPr>
            <a:lvl6pPr indent="-228600" lvl="5" marL="2743200" algn="l">
              <a:lnSpc>
                <a:spcPct val="100000"/>
              </a:lnSpc>
              <a:spcBef>
                <a:spcPts val="280"/>
              </a:spcBef>
              <a:spcAft>
                <a:spcPts val="0"/>
              </a:spcAft>
              <a:buSzPts val="1120"/>
              <a:buNone/>
              <a:defRPr sz="1400"/>
            </a:lvl6pPr>
            <a:lvl7pPr indent="-228600" lvl="6" marL="3200400" algn="l">
              <a:lnSpc>
                <a:spcPct val="100000"/>
              </a:lnSpc>
              <a:spcBef>
                <a:spcPts val="280"/>
              </a:spcBef>
              <a:spcAft>
                <a:spcPts val="0"/>
              </a:spcAft>
              <a:buSzPts val="1120"/>
              <a:buNone/>
              <a:defRPr sz="1400"/>
            </a:lvl7pPr>
            <a:lvl8pPr indent="-228600" lvl="7" marL="3657600" algn="l">
              <a:lnSpc>
                <a:spcPct val="100000"/>
              </a:lnSpc>
              <a:spcBef>
                <a:spcPts val="280"/>
              </a:spcBef>
              <a:spcAft>
                <a:spcPts val="0"/>
              </a:spcAft>
              <a:buSzPts val="1120"/>
              <a:buNone/>
              <a:defRPr sz="1400"/>
            </a:lvl8pPr>
            <a:lvl9pPr indent="-228600" lvl="8" marL="4114800" algn="l">
              <a:lnSpc>
                <a:spcPct val="100000"/>
              </a:lnSpc>
              <a:spcBef>
                <a:spcPts val="280"/>
              </a:spcBef>
              <a:spcAft>
                <a:spcPts val="0"/>
              </a:spcAft>
              <a:buSzPts val="1120"/>
              <a:buNone/>
              <a:defRPr sz="1400"/>
            </a:lvl9pPr>
          </a:lstStyle>
          <a:p/>
        </p:txBody>
      </p:sp>
      <p:sp>
        <p:nvSpPr>
          <p:cNvPr id="119" name="Google Shape;119;p33"/>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3"/>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34"/>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4"/>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4"/>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35"/>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5"/>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36"/>
          <p:cNvSpPr txBox="1"/>
          <p:nvPr>
            <p:ph type="title"/>
          </p:nvPr>
        </p:nvSpPr>
        <p:spPr>
          <a:xfrm rot="5400000">
            <a:off x="4653757" y="2097881"/>
            <a:ext cx="6008687" cy="2057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6"/>
          <p:cNvSpPr txBox="1"/>
          <p:nvPr>
            <p:ph idx="1" type="body"/>
          </p:nvPr>
        </p:nvSpPr>
        <p:spPr>
          <a:xfrm rot="5400000">
            <a:off x="462757" y="116682"/>
            <a:ext cx="6008687" cy="6019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134" name="Google Shape;134;p36"/>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3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6"/>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sp>
        <p:nvSpPr>
          <p:cNvPr id="138" name="Google Shape;138;p37"/>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7"/>
          <p:cNvSpPr txBox="1"/>
          <p:nvPr>
            <p:ph idx="1" type="body"/>
          </p:nvPr>
        </p:nvSpPr>
        <p:spPr>
          <a:xfrm rot="5400000">
            <a:off x="2366169" y="-189707"/>
            <a:ext cx="4411662" cy="82296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140" name="Google Shape;140;p37"/>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7"/>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3" name="Shape 143"/>
        <p:cNvGrpSpPr/>
        <p:nvPr/>
      </p:nvGrpSpPr>
      <p:grpSpPr>
        <a:xfrm>
          <a:off x="0" y="0"/>
          <a:ext cx="0" cy="0"/>
          <a:chOff x="0" y="0"/>
          <a:chExt cx="0" cy="0"/>
        </a:xfrm>
      </p:grpSpPr>
      <p:sp>
        <p:nvSpPr>
          <p:cNvPr id="144" name="Google Shape;144;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8"/>
          <p:cNvSpPr/>
          <p:nvPr>
            <p:ph idx="2" type="pic"/>
          </p:nvPr>
        </p:nvSpPr>
        <p:spPr>
          <a:xfrm>
            <a:off x="1792288" y="612775"/>
            <a:ext cx="5486400" cy="4114800"/>
          </a:xfrm>
          <a:prstGeom prst="rect">
            <a:avLst/>
          </a:prstGeom>
          <a:noFill/>
          <a:ln>
            <a:noFill/>
          </a:ln>
        </p:spPr>
      </p:sp>
      <p:sp>
        <p:nvSpPr>
          <p:cNvPr id="146" name="Google Shape;146;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SzPts val="84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675"/>
              <a:buNone/>
              <a:defRPr sz="900"/>
            </a:lvl4pPr>
            <a:lvl5pPr indent="-228600" lvl="4" marL="2286000" algn="l">
              <a:lnSpc>
                <a:spcPct val="100000"/>
              </a:lnSpc>
              <a:spcBef>
                <a:spcPts val="180"/>
              </a:spcBef>
              <a:spcAft>
                <a:spcPts val="0"/>
              </a:spcAft>
              <a:buSzPts val="720"/>
              <a:buNone/>
              <a:defRPr sz="900"/>
            </a:lvl5pPr>
            <a:lvl6pPr indent="-228600" lvl="5" marL="2743200" algn="l">
              <a:lnSpc>
                <a:spcPct val="100000"/>
              </a:lnSpc>
              <a:spcBef>
                <a:spcPts val="180"/>
              </a:spcBef>
              <a:spcAft>
                <a:spcPts val="0"/>
              </a:spcAft>
              <a:buSzPts val="720"/>
              <a:buNone/>
              <a:defRPr sz="900"/>
            </a:lvl6pPr>
            <a:lvl7pPr indent="-228600" lvl="6" marL="3200400" algn="l">
              <a:lnSpc>
                <a:spcPct val="100000"/>
              </a:lnSpc>
              <a:spcBef>
                <a:spcPts val="180"/>
              </a:spcBef>
              <a:spcAft>
                <a:spcPts val="0"/>
              </a:spcAft>
              <a:buSzPts val="720"/>
              <a:buNone/>
              <a:defRPr sz="900"/>
            </a:lvl7pPr>
            <a:lvl8pPr indent="-228600" lvl="7" marL="3657600" algn="l">
              <a:lnSpc>
                <a:spcPct val="100000"/>
              </a:lnSpc>
              <a:spcBef>
                <a:spcPts val="180"/>
              </a:spcBef>
              <a:spcAft>
                <a:spcPts val="0"/>
              </a:spcAft>
              <a:buSzPts val="720"/>
              <a:buNone/>
              <a:defRPr sz="900"/>
            </a:lvl8pPr>
            <a:lvl9pPr indent="-228600" lvl="8" marL="4114800" algn="l">
              <a:lnSpc>
                <a:spcPct val="100000"/>
              </a:lnSpc>
              <a:spcBef>
                <a:spcPts val="180"/>
              </a:spcBef>
              <a:spcAft>
                <a:spcPts val="0"/>
              </a:spcAft>
              <a:buSzPts val="720"/>
              <a:buNone/>
              <a:defRPr sz="900"/>
            </a:lvl9pPr>
          </a:lstStyle>
          <a:p/>
        </p:txBody>
      </p:sp>
      <p:sp>
        <p:nvSpPr>
          <p:cNvPr id="147" name="Google Shape;147;p38"/>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3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8"/>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0" name="Shape 150"/>
        <p:cNvGrpSpPr/>
        <p:nvPr/>
      </p:nvGrpSpPr>
      <p:grpSpPr>
        <a:xfrm>
          <a:off x="0" y="0"/>
          <a:ext cx="0" cy="0"/>
          <a:chOff x="0" y="0"/>
          <a:chExt cx="0" cy="0"/>
        </a:xfrm>
      </p:grpSpPr>
      <p:sp>
        <p:nvSpPr>
          <p:cNvPr id="151" name="Google Shape;151;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l">
              <a:lnSpc>
                <a:spcPct val="100000"/>
              </a:lnSpc>
              <a:spcBef>
                <a:spcPts val="640"/>
              </a:spcBef>
              <a:spcAft>
                <a:spcPts val="0"/>
              </a:spcAft>
              <a:buSzPts val="2240"/>
              <a:buChar char="●"/>
              <a:defRPr sz="3200"/>
            </a:lvl1pPr>
            <a:lvl2pPr indent="-353060" lvl="1" marL="914400" algn="l">
              <a:lnSpc>
                <a:spcPct val="100000"/>
              </a:lnSpc>
              <a:spcBef>
                <a:spcPts val="560"/>
              </a:spcBef>
              <a:spcAft>
                <a:spcPts val="0"/>
              </a:spcAft>
              <a:buSzPts val="1960"/>
              <a:buChar char="●"/>
              <a:defRPr sz="2800"/>
            </a:lvl2pPr>
            <a:lvl3pPr indent="-335280" lvl="2" marL="1371600" algn="l">
              <a:lnSpc>
                <a:spcPct val="100000"/>
              </a:lnSpc>
              <a:spcBef>
                <a:spcPts val="480"/>
              </a:spcBef>
              <a:spcAft>
                <a:spcPts val="0"/>
              </a:spcAft>
              <a:buSzPts val="1680"/>
              <a:buChar char="●"/>
              <a:defRPr sz="2400"/>
            </a:lvl3pPr>
            <a:lvl4pPr indent="-323850" lvl="3" marL="1828800" algn="l">
              <a:lnSpc>
                <a:spcPct val="100000"/>
              </a:lnSpc>
              <a:spcBef>
                <a:spcPts val="400"/>
              </a:spcBef>
              <a:spcAft>
                <a:spcPts val="0"/>
              </a:spcAft>
              <a:buSzPts val="1500"/>
              <a:buChar char="▪"/>
              <a:defRPr sz="2000"/>
            </a:lvl4pPr>
            <a:lvl5pPr indent="-330200" lvl="4" marL="2286000" algn="l">
              <a:lnSpc>
                <a:spcPct val="100000"/>
              </a:lnSpc>
              <a:spcBef>
                <a:spcPts val="400"/>
              </a:spcBef>
              <a:spcAft>
                <a:spcPts val="0"/>
              </a:spcAft>
              <a:buSzPts val="1600"/>
              <a:buChar char="▪"/>
              <a:defRPr sz="2000"/>
            </a:lvl5pPr>
            <a:lvl6pPr indent="-330200" lvl="5" marL="2743200" algn="l">
              <a:lnSpc>
                <a:spcPct val="100000"/>
              </a:lnSpc>
              <a:spcBef>
                <a:spcPts val="400"/>
              </a:spcBef>
              <a:spcAft>
                <a:spcPts val="0"/>
              </a:spcAft>
              <a:buSzPts val="1600"/>
              <a:buChar char="▪"/>
              <a:defRPr sz="2000"/>
            </a:lvl6pPr>
            <a:lvl7pPr indent="-330200" lvl="6" marL="3200400" algn="l">
              <a:lnSpc>
                <a:spcPct val="100000"/>
              </a:lnSpc>
              <a:spcBef>
                <a:spcPts val="400"/>
              </a:spcBef>
              <a:spcAft>
                <a:spcPts val="0"/>
              </a:spcAft>
              <a:buSzPts val="1600"/>
              <a:buChar char="▪"/>
              <a:defRPr sz="2000"/>
            </a:lvl7pPr>
            <a:lvl8pPr indent="-330200" lvl="7" marL="3657600" algn="l">
              <a:lnSpc>
                <a:spcPct val="100000"/>
              </a:lnSpc>
              <a:spcBef>
                <a:spcPts val="400"/>
              </a:spcBef>
              <a:spcAft>
                <a:spcPts val="0"/>
              </a:spcAft>
              <a:buSzPts val="1600"/>
              <a:buChar char="▪"/>
              <a:defRPr sz="2000"/>
            </a:lvl8pPr>
            <a:lvl9pPr indent="-330200" lvl="8" marL="4114800" algn="l">
              <a:lnSpc>
                <a:spcPct val="100000"/>
              </a:lnSpc>
              <a:spcBef>
                <a:spcPts val="400"/>
              </a:spcBef>
              <a:spcAft>
                <a:spcPts val="0"/>
              </a:spcAft>
              <a:buSzPts val="1600"/>
              <a:buChar char="▪"/>
              <a:defRPr sz="2000"/>
            </a:lvl9pPr>
          </a:lstStyle>
          <a:p/>
        </p:txBody>
      </p:sp>
      <p:sp>
        <p:nvSpPr>
          <p:cNvPr id="153" name="Google Shape;153;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SzPts val="84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675"/>
              <a:buNone/>
              <a:defRPr sz="900"/>
            </a:lvl4pPr>
            <a:lvl5pPr indent="-228600" lvl="4" marL="2286000" algn="l">
              <a:lnSpc>
                <a:spcPct val="100000"/>
              </a:lnSpc>
              <a:spcBef>
                <a:spcPts val="180"/>
              </a:spcBef>
              <a:spcAft>
                <a:spcPts val="0"/>
              </a:spcAft>
              <a:buSzPts val="720"/>
              <a:buNone/>
              <a:defRPr sz="900"/>
            </a:lvl5pPr>
            <a:lvl6pPr indent="-228600" lvl="5" marL="2743200" algn="l">
              <a:lnSpc>
                <a:spcPct val="100000"/>
              </a:lnSpc>
              <a:spcBef>
                <a:spcPts val="180"/>
              </a:spcBef>
              <a:spcAft>
                <a:spcPts val="0"/>
              </a:spcAft>
              <a:buSzPts val="720"/>
              <a:buNone/>
              <a:defRPr sz="900"/>
            </a:lvl6pPr>
            <a:lvl7pPr indent="-228600" lvl="6" marL="3200400" algn="l">
              <a:lnSpc>
                <a:spcPct val="100000"/>
              </a:lnSpc>
              <a:spcBef>
                <a:spcPts val="180"/>
              </a:spcBef>
              <a:spcAft>
                <a:spcPts val="0"/>
              </a:spcAft>
              <a:buSzPts val="720"/>
              <a:buNone/>
              <a:defRPr sz="900"/>
            </a:lvl7pPr>
            <a:lvl8pPr indent="-228600" lvl="7" marL="3657600" algn="l">
              <a:lnSpc>
                <a:spcPct val="100000"/>
              </a:lnSpc>
              <a:spcBef>
                <a:spcPts val="180"/>
              </a:spcBef>
              <a:spcAft>
                <a:spcPts val="0"/>
              </a:spcAft>
              <a:buSzPts val="720"/>
              <a:buNone/>
              <a:defRPr sz="900"/>
            </a:lvl8pPr>
            <a:lvl9pPr indent="-228600" lvl="8" marL="4114800" algn="l">
              <a:lnSpc>
                <a:spcPct val="100000"/>
              </a:lnSpc>
              <a:spcBef>
                <a:spcPts val="180"/>
              </a:spcBef>
              <a:spcAft>
                <a:spcPts val="0"/>
              </a:spcAft>
              <a:buSzPts val="720"/>
              <a:buNone/>
              <a:defRPr sz="900"/>
            </a:lvl9pPr>
          </a:lstStyle>
          <a:p/>
        </p:txBody>
      </p:sp>
      <p:sp>
        <p:nvSpPr>
          <p:cNvPr id="154" name="Google Shape;154;p39"/>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9"/>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3.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27"/>
          <p:cNvCxnSpPr/>
          <p:nvPr/>
        </p:nvCxnSpPr>
        <p:spPr>
          <a:xfrm>
            <a:off x="7315200" y="1066800"/>
            <a:ext cx="0" cy="4495800"/>
          </a:xfrm>
          <a:prstGeom prst="straightConnector1">
            <a:avLst/>
          </a:prstGeom>
          <a:noFill/>
          <a:ln cap="flat" cmpd="sng" w="9525">
            <a:solidFill>
              <a:schemeClr val="dk1"/>
            </a:solidFill>
            <a:prstDash val="solid"/>
            <a:miter lim="800000"/>
            <a:headEnd len="sm" w="sm" type="none"/>
            <a:tailEnd len="sm" w="sm" type="none"/>
          </a:ln>
        </p:spPr>
      </p:cxnSp>
      <p:grpSp>
        <p:nvGrpSpPr>
          <p:cNvPr id="11" name="Google Shape;11;p27"/>
          <p:cNvGrpSpPr/>
          <p:nvPr/>
        </p:nvGrpSpPr>
        <p:grpSpPr>
          <a:xfrm>
            <a:off x="7493000" y="2992437"/>
            <a:ext cx="1338262" cy="2189162"/>
            <a:chOff x="4704" y="1885"/>
            <a:chExt cx="843" cy="1379"/>
          </a:xfrm>
        </p:grpSpPr>
        <p:sp>
          <p:nvSpPr>
            <p:cNvPr id="12" name="Google Shape;12;p27"/>
            <p:cNvSpPr/>
            <p:nvPr/>
          </p:nvSpPr>
          <p:spPr>
            <a:xfrm>
              <a:off x="4704" y="1885"/>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 name="Google Shape;13;p27"/>
            <p:cNvSpPr/>
            <p:nvPr/>
          </p:nvSpPr>
          <p:spPr>
            <a:xfrm>
              <a:off x="4883" y="1885"/>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27"/>
            <p:cNvSpPr/>
            <p:nvPr/>
          </p:nvSpPr>
          <p:spPr>
            <a:xfrm>
              <a:off x="5062" y="1885"/>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27"/>
            <p:cNvSpPr/>
            <p:nvPr/>
          </p:nvSpPr>
          <p:spPr>
            <a:xfrm>
              <a:off x="4704" y="2064"/>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27"/>
            <p:cNvSpPr/>
            <p:nvPr/>
          </p:nvSpPr>
          <p:spPr>
            <a:xfrm>
              <a:off x="4883" y="2064"/>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27"/>
            <p:cNvSpPr/>
            <p:nvPr/>
          </p:nvSpPr>
          <p:spPr>
            <a:xfrm>
              <a:off x="5062" y="2064"/>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27"/>
            <p:cNvSpPr/>
            <p:nvPr/>
          </p:nvSpPr>
          <p:spPr>
            <a:xfrm>
              <a:off x="5241" y="2064"/>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27"/>
            <p:cNvSpPr/>
            <p:nvPr/>
          </p:nvSpPr>
          <p:spPr>
            <a:xfrm>
              <a:off x="4704" y="2243"/>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27"/>
            <p:cNvSpPr/>
            <p:nvPr/>
          </p:nvSpPr>
          <p:spPr>
            <a:xfrm>
              <a:off x="4883" y="2243"/>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27"/>
            <p:cNvSpPr/>
            <p:nvPr/>
          </p:nvSpPr>
          <p:spPr>
            <a:xfrm>
              <a:off x="5062" y="2243"/>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27"/>
            <p:cNvSpPr/>
            <p:nvPr/>
          </p:nvSpPr>
          <p:spPr>
            <a:xfrm>
              <a:off x="5241" y="2243"/>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27"/>
            <p:cNvSpPr/>
            <p:nvPr/>
          </p:nvSpPr>
          <p:spPr>
            <a:xfrm>
              <a:off x="5420" y="2243"/>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27"/>
            <p:cNvSpPr/>
            <p:nvPr/>
          </p:nvSpPr>
          <p:spPr>
            <a:xfrm>
              <a:off x="4704" y="2421"/>
              <a:ext cx="127" cy="128"/>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27"/>
            <p:cNvSpPr/>
            <p:nvPr/>
          </p:nvSpPr>
          <p:spPr>
            <a:xfrm>
              <a:off x="4883" y="2421"/>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27"/>
            <p:cNvSpPr/>
            <p:nvPr/>
          </p:nvSpPr>
          <p:spPr>
            <a:xfrm>
              <a:off x="5062" y="2421"/>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27"/>
            <p:cNvSpPr/>
            <p:nvPr/>
          </p:nvSpPr>
          <p:spPr>
            <a:xfrm>
              <a:off x="5241" y="2421"/>
              <a:ext cx="127" cy="1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 name="Google Shape;28;p27"/>
            <p:cNvSpPr/>
            <p:nvPr/>
          </p:nvSpPr>
          <p:spPr>
            <a:xfrm>
              <a:off x="4704" y="2600"/>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 name="Google Shape;29;p27"/>
            <p:cNvSpPr/>
            <p:nvPr/>
          </p:nvSpPr>
          <p:spPr>
            <a:xfrm>
              <a:off x="4883" y="2600"/>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 name="Google Shape;30;p27"/>
            <p:cNvSpPr/>
            <p:nvPr/>
          </p:nvSpPr>
          <p:spPr>
            <a:xfrm>
              <a:off x="5062" y="2600"/>
              <a:ext cx="127" cy="1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 name="Google Shape;31;p27"/>
            <p:cNvSpPr/>
            <p:nvPr/>
          </p:nvSpPr>
          <p:spPr>
            <a:xfrm>
              <a:off x="5241" y="2600"/>
              <a:ext cx="127" cy="1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 name="Google Shape;32;p27"/>
            <p:cNvSpPr/>
            <p:nvPr/>
          </p:nvSpPr>
          <p:spPr>
            <a:xfrm>
              <a:off x="5420" y="2600"/>
              <a:ext cx="127" cy="128"/>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27"/>
            <p:cNvSpPr/>
            <p:nvPr/>
          </p:nvSpPr>
          <p:spPr>
            <a:xfrm>
              <a:off x="4704" y="2779"/>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 name="Google Shape;34;p27"/>
            <p:cNvSpPr/>
            <p:nvPr/>
          </p:nvSpPr>
          <p:spPr>
            <a:xfrm>
              <a:off x="4883" y="2779"/>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 name="Google Shape;35;p27"/>
            <p:cNvSpPr/>
            <p:nvPr/>
          </p:nvSpPr>
          <p:spPr>
            <a:xfrm>
              <a:off x="5062" y="2779"/>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 name="Google Shape;36;p27"/>
            <p:cNvSpPr/>
            <p:nvPr/>
          </p:nvSpPr>
          <p:spPr>
            <a:xfrm>
              <a:off x="5241" y="2779"/>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 name="Google Shape;37;p27"/>
            <p:cNvSpPr/>
            <p:nvPr/>
          </p:nvSpPr>
          <p:spPr>
            <a:xfrm>
              <a:off x="4704" y="2958"/>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27"/>
            <p:cNvSpPr/>
            <p:nvPr/>
          </p:nvSpPr>
          <p:spPr>
            <a:xfrm>
              <a:off x="4883" y="2958"/>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27"/>
            <p:cNvSpPr/>
            <p:nvPr/>
          </p:nvSpPr>
          <p:spPr>
            <a:xfrm>
              <a:off x="5062" y="2958"/>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27"/>
            <p:cNvSpPr/>
            <p:nvPr/>
          </p:nvSpPr>
          <p:spPr>
            <a:xfrm>
              <a:off x="5241" y="2958"/>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27"/>
            <p:cNvSpPr/>
            <p:nvPr/>
          </p:nvSpPr>
          <p:spPr>
            <a:xfrm>
              <a:off x="4883" y="3137"/>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27"/>
            <p:cNvSpPr/>
            <p:nvPr/>
          </p:nvSpPr>
          <p:spPr>
            <a:xfrm>
              <a:off x="5241" y="3137"/>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cxnSp>
        <p:nvCxnSpPr>
          <p:cNvPr id="43" name="Google Shape;43;p27"/>
          <p:cNvCxnSpPr/>
          <p:nvPr/>
        </p:nvCxnSpPr>
        <p:spPr>
          <a:xfrm>
            <a:off x="304800" y="2819400"/>
            <a:ext cx="8229600" cy="0"/>
          </a:xfrm>
          <a:prstGeom prst="straightConnector1">
            <a:avLst/>
          </a:prstGeom>
          <a:noFill/>
          <a:ln cap="flat" cmpd="sng" w="9525">
            <a:solidFill>
              <a:schemeClr val="dk1"/>
            </a:solidFill>
            <a:prstDash val="solid"/>
            <a:miter lim="800000"/>
            <a:headEnd len="sm" w="sm" type="none"/>
            <a:tailEnd len="sm" w="sm" type="none"/>
          </a:ln>
        </p:spPr>
      </p:cxnSp>
      <p:sp>
        <p:nvSpPr>
          <p:cNvPr id="44" name="Google Shape;44;p27"/>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9pPr>
          </a:lstStyle>
          <a:p/>
        </p:txBody>
      </p:sp>
      <p:sp>
        <p:nvSpPr>
          <p:cNvPr id="45" name="Google Shape;45;p27"/>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lvl1pPr indent="-361950" lvl="0" marL="457200" marR="0" rtl="0" algn="l">
              <a:lnSpc>
                <a:spcPct val="100000"/>
              </a:lnSpc>
              <a:spcBef>
                <a:spcPts val="600"/>
              </a:spcBef>
              <a:spcAft>
                <a:spcPts val="0"/>
              </a:spcAft>
              <a:buClr>
                <a:schemeClr val="dk2"/>
              </a:buClr>
              <a:buSzPts val="2100"/>
              <a:buFont typeface="Noto Sans Symbols"/>
              <a:buChar char="●"/>
              <a:defRPr b="0" i="0" sz="3000" u="none" cap="none" strike="noStrike">
                <a:solidFill>
                  <a:schemeClr val="dk1"/>
                </a:solidFill>
                <a:latin typeface="Arial"/>
                <a:ea typeface="Arial"/>
                <a:cs typeface="Arial"/>
                <a:sym typeface="Arial"/>
              </a:defRPr>
            </a:lvl1pPr>
            <a:lvl2pPr indent="-344169" lvl="1" marL="914400" marR="0" rtl="0" algn="l">
              <a:lnSpc>
                <a:spcPct val="100000"/>
              </a:lnSpc>
              <a:spcBef>
                <a:spcPts val="520"/>
              </a:spcBef>
              <a:spcAft>
                <a:spcPts val="0"/>
              </a:spcAft>
              <a:buClr>
                <a:schemeClr val="accent2"/>
              </a:buClr>
              <a:buSzPts val="1820"/>
              <a:buFont typeface="Noto Sans Symbols"/>
              <a:buChar char="●"/>
              <a:defRPr b="0" i="0" sz="2600" u="none" cap="none" strike="noStrike">
                <a:solidFill>
                  <a:schemeClr val="dk1"/>
                </a:solidFill>
                <a:latin typeface="Arial"/>
                <a:ea typeface="Arial"/>
                <a:cs typeface="Arial"/>
                <a:sym typeface="Arial"/>
              </a:defRPr>
            </a:lvl2pPr>
            <a:lvl3pPr indent="-330835" lvl="2" marL="1371600" marR="0" rtl="0" algn="l">
              <a:lnSpc>
                <a:spcPct val="100000"/>
              </a:lnSpc>
              <a:spcBef>
                <a:spcPts val="460"/>
              </a:spcBef>
              <a:spcAft>
                <a:spcPts val="0"/>
              </a:spcAft>
              <a:buClr>
                <a:schemeClr val="accent1"/>
              </a:buClr>
              <a:buSzPts val="1610"/>
              <a:buFont typeface="Noto Sans Symbols"/>
              <a:buChar char="●"/>
              <a:defRPr b="0" i="0" sz="2300" u="none" cap="none" strike="noStrike">
                <a:solidFill>
                  <a:schemeClr val="dk1"/>
                </a:solidFill>
                <a:latin typeface="Arial"/>
                <a:ea typeface="Arial"/>
                <a:cs typeface="Arial"/>
                <a:sym typeface="Arial"/>
              </a:defRPr>
            </a:lvl3pPr>
            <a:lvl4pPr indent="-323850" lvl="3" marL="1828800" marR="0" rtl="0" algn="l">
              <a:lnSpc>
                <a:spcPct val="100000"/>
              </a:lnSpc>
              <a:spcBef>
                <a:spcPts val="400"/>
              </a:spcBef>
              <a:spcAft>
                <a:spcPts val="0"/>
              </a:spcAft>
              <a:buClr>
                <a:schemeClr val="dk2"/>
              </a:buClr>
              <a:buSzPts val="1500"/>
              <a:buFont typeface="Noto Sans Symbols"/>
              <a:buChar char="▪"/>
              <a:defRPr b="0" i="0" sz="2000" u="none" cap="none" strike="noStrike">
                <a:solidFill>
                  <a:schemeClr val="dk1"/>
                </a:solidFill>
                <a:latin typeface="Arial"/>
                <a:ea typeface="Arial"/>
                <a:cs typeface="Arial"/>
                <a:sym typeface="Arial"/>
              </a:defRPr>
            </a:lvl4pPr>
            <a:lvl5pPr indent="-330200" lvl="4" marL="22860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5pPr>
            <a:lvl6pPr indent="-330200" lvl="5" marL="27432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6pPr>
            <a:lvl7pPr indent="-330200" lvl="6" marL="32004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7pPr>
            <a:lvl8pPr indent="-330200" lvl="7" marL="36576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8pPr>
            <a:lvl9pPr indent="-330200" lvl="8" marL="41148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27"/>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7" name="Google Shape;47;p2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8" name="Google Shape;48;p27"/>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cxnSp>
        <p:nvCxnSpPr>
          <p:cNvPr id="56" name="Google Shape;56;p29"/>
          <p:cNvCxnSpPr/>
          <p:nvPr/>
        </p:nvCxnSpPr>
        <p:spPr>
          <a:xfrm>
            <a:off x="7962900" y="152400"/>
            <a:ext cx="0" cy="1524000"/>
          </a:xfrm>
          <a:prstGeom prst="straightConnector1">
            <a:avLst/>
          </a:prstGeom>
          <a:noFill/>
          <a:ln cap="flat" cmpd="sng" w="9525">
            <a:solidFill>
              <a:schemeClr val="dk1"/>
            </a:solidFill>
            <a:prstDash val="solid"/>
            <a:miter lim="800000"/>
            <a:headEnd len="sm" w="sm" type="none"/>
            <a:tailEnd len="sm" w="sm" type="none"/>
          </a:ln>
        </p:spPr>
      </p:cxnSp>
      <p:sp>
        <p:nvSpPr>
          <p:cNvPr id="57" name="Google Shape;57;p29"/>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9pPr>
          </a:lstStyle>
          <a:p/>
        </p:txBody>
      </p:sp>
      <p:sp>
        <p:nvSpPr>
          <p:cNvPr id="58" name="Google Shape;58;p29"/>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lvl1pPr indent="-361950" lvl="0" marL="457200" marR="0" rtl="0" algn="l">
              <a:lnSpc>
                <a:spcPct val="100000"/>
              </a:lnSpc>
              <a:spcBef>
                <a:spcPts val="600"/>
              </a:spcBef>
              <a:spcAft>
                <a:spcPts val="0"/>
              </a:spcAft>
              <a:buClr>
                <a:schemeClr val="dk2"/>
              </a:buClr>
              <a:buSzPts val="2100"/>
              <a:buFont typeface="Noto Sans Symbols"/>
              <a:buChar char="●"/>
              <a:defRPr b="0" i="0" sz="3000" u="none" cap="none" strike="noStrike">
                <a:solidFill>
                  <a:schemeClr val="dk1"/>
                </a:solidFill>
                <a:latin typeface="Arial"/>
                <a:ea typeface="Arial"/>
                <a:cs typeface="Arial"/>
                <a:sym typeface="Arial"/>
              </a:defRPr>
            </a:lvl1pPr>
            <a:lvl2pPr indent="-344169" lvl="1" marL="914400" marR="0" rtl="0" algn="l">
              <a:lnSpc>
                <a:spcPct val="100000"/>
              </a:lnSpc>
              <a:spcBef>
                <a:spcPts val="520"/>
              </a:spcBef>
              <a:spcAft>
                <a:spcPts val="0"/>
              </a:spcAft>
              <a:buClr>
                <a:schemeClr val="accent2"/>
              </a:buClr>
              <a:buSzPts val="1820"/>
              <a:buFont typeface="Noto Sans Symbols"/>
              <a:buChar char="●"/>
              <a:defRPr b="0" i="0" sz="2600" u="none" cap="none" strike="noStrike">
                <a:solidFill>
                  <a:schemeClr val="dk1"/>
                </a:solidFill>
                <a:latin typeface="Arial"/>
                <a:ea typeface="Arial"/>
                <a:cs typeface="Arial"/>
                <a:sym typeface="Arial"/>
              </a:defRPr>
            </a:lvl2pPr>
            <a:lvl3pPr indent="-330835" lvl="2" marL="1371600" marR="0" rtl="0" algn="l">
              <a:lnSpc>
                <a:spcPct val="100000"/>
              </a:lnSpc>
              <a:spcBef>
                <a:spcPts val="460"/>
              </a:spcBef>
              <a:spcAft>
                <a:spcPts val="0"/>
              </a:spcAft>
              <a:buClr>
                <a:schemeClr val="accent1"/>
              </a:buClr>
              <a:buSzPts val="1610"/>
              <a:buFont typeface="Noto Sans Symbols"/>
              <a:buChar char="●"/>
              <a:defRPr b="0" i="0" sz="2300" u="none" cap="none" strike="noStrike">
                <a:solidFill>
                  <a:schemeClr val="dk1"/>
                </a:solidFill>
                <a:latin typeface="Arial"/>
                <a:ea typeface="Arial"/>
                <a:cs typeface="Arial"/>
                <a:sym typeface="Arial"/>
              </a:defRPr>
            </a:lvl3pPr>
            <a:lvl4pPr indent="-323850" lvl="3" marL="1828800" marR="0" rtl="0" algn="l">
              <a:lnSpc>
                <a:spcPct val="100000"/>
              </a:lnSpc>
              <a:spcBef>
                <a:spcPts val="400"/>
              </a:spcBef>
              <a:spcAft>
                <a:spcPts val="0"/>
              </a:spcAft>
              <a:buClr>
                <a:schemeClr val="dk2"/>
              </a:buClr>
              <a:buSzPts val="1500"/>
              <a:buFont typeface="Noto Sans Symbols"/>
              <a:buChar char="▪"/>
              <a:defRPr b="0" i="0" sz="2000" u="none" cap="none" strike="noStrike">
                <a:solidFill>
                  <a:schemeClr val="dk1"/>
                </a:solidFill>
                <a:latin typeface="Arial"/>
                <a:ea typeface="Arial"/>
                <a:cs typeface="Arial"/>
                <a:sym typeface="Arial"/>
              </a:defRPr>
            </a:lvl4pPr>
            <a:lvl5pPr indent="-330200" lvl="4" marL="22860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5pPr>
            <a:lvl6pPr indent="-330200" lvl="5" marL="27432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6pPr>
            <a:lvl7pPr indent="-330200" lvl="6" marL="32004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7pPr>
            <a:lvl8pPr indent="-330200" lvl="7" marL="36576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8pPr>
            <a:lvl9pPr indent="-330200" lvl="8" marL="41148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9pPr>
          </a:lstStyle>
          <a:p/>
        </p:txBody>
      </p:sp>
      <p:sp>
        <p:nvSpPr>
          <p:cNvPr id="59" name="Google Shape;59;p29"/>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0" name="Google Shape;60;p2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1" name="Google Shape;61;p29"/>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grpSp>
        <p:nvGrpSpPr>
          <p:cNvPr id="62" name="Google Shape;62;p29"/>
          <p:cNvGrpSpPr/>
          <p:nvPr/>
        </p:nvGrpSpPr>
        <p:grpSpPr>
          <a:xfrm>
            <a:off x="8153400" y="152400"/>
            <a:ext cx="792162" cy="1295400"/>
            <a:chOff x="5136" y="960"/>
            <a:chExt cx="528" cy="864"/>
          </a:xfrm>
        </p:grpSpPr>
        <p:sp>
          <p:nvSpPr>
            <p:cNvPr id="63" name="Google Shape;63;p29"/>
            <p:cNvSpPr/>
            <p:nvPr/>
          </p:nvSpPr>
          <p:spPr>
            <a:xfrm>
              <a:off x="5136" y="960"/>
              <a:ext cx="80"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29"/>
            <p:cNvSpPr/>
            <p:nvPr/>
          </p:nvSpPr>
          <p:spPr>
            <a:xfrm>
              <a:off x="5248" y="960"/>
              <a:ext cx="79"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 name="Google Shape;65;p29"/>
            <p:cNvSpPr/>
            <p:nvPr/>
          </p:nvSpPr>
          <p:spPr>
            <a:xfrm>
              <a:off x="5360" y="960"/>
              <a:ext cx="77"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 name="Google Shape;66;p29"/>
            <p:cNvSpPr/>
            <p:nvPr/>
          </p:nvSpPr>
          <p:spPr>
            <a:xfrm>
              <a:off x="5136" y="1072"/>
              <a:ext cx="80"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 name="Google Shape;67;p29"/>
            <p:cNvSpPr/>
            <p:nvPr/>
          </p:nvSpPr>
          <p:spPr>
            <a:xfrm>
              <a:off x="5248" y="1072"/>
              <a:ext cx="79"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29"/>
            <p:cNvSpPr/>
            <p:nvPr/>
          </p:nvSpPr>
          <p:spPr>
            <a:xfrm>
              <a:off x="5360" y="1072"/>
              <a:ext cx="77"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 name="Google Shape;69;p29"/>
            <p:cNvSpPr/>
            <p:nvPr/>
          </p:nvSpPr>
          <p:spPr>
            <a:xfrm>
              <a:off x="5472" y="1072"/>
              <a:ext cx="77" cy="7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 name="Google Shape;70;p29"/>
            <p:cNvSpPr/>
            <p:nvPr/>
          </p:nvSpPr>
          <p:spPr>
            <a:xfrm>
              <a:off x="5136" y="1184"/>
              <a:ext cx="80"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29"/>
            <p:cNvSpPr/>
            <p:nvPr/>
          </p:nvSpPr>
          <p:spPr>
            <a:xfrm>
              <a:off x="5248" y="1184"/>
              <a:ext cx="79"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 name="Google Shape;72;p29"/>
            <p:cNvSpPr/>
            <p:nvPr/>
          </p:nvSpPr>
          <p:spPr>
            <a:xfrm>
              <a:off x="5360" y="1184"/>
              <a:ext cx="77" cy="7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29"/>
            <p:cNvSpPr/>
            <p:nvPr/>
          </p:nvSpPr>
          <p:spPr>
            <a:xfrm>
              <a:off x="5472" y="1184"/>
              <a:ext cx="77" cy="7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 name="Google Shape;74;p29"/>
            <p:cNvSpPr/>
            <p:nvPr/>
          </p:nvSpPr>
          <p:spPr>
            <a:xfrm>
              <a:off x="5584" y="1184"/>
              <a:ext cx="80" cy="7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5" name="Google Shape;75;p29"/>
            <p:cNvSpPr/>
            <p:nvPr/>
          </p:nvSpPr>
          <p:spPr>
            <a:xfrm>
              <a:off x="5136" y="1296"/>
              <a:ext cx="80"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 name="Google Shape;76;p29"/>
            <p:cNvSpPr/>
            <p:nvPr/>
          </p:nvSpPr>
          <p:spPr>
            <a:xfrm>
              <a:off x="5248" y="1296"/>
              <a:ext cx="79"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 name="Google Shape;77;p29"/>
            <p:cNvSpPr/>
            <p:nvPr/>
          </p:nvSpPr>
          <p:spPr>
            <a:xfrm>
              <a:off x="5360" y="1296"/>
              <a:ext cx="77"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8" name="Google Shape;78;p29"/>
            <p:cNvSpPr/>
            <p:nvPr/>
          </p:nvSpPr>
          <p:spPr>
            <a:xfrm>
              <a:off x="5472" y="1296"/>
              <a:ext cx="77" cy="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 name="Google Shape;79;p29"/>
            <p:cNvSpPr/>
            <p:nvPr/>
          </p:nvSpPr>
          <p:spPr>
            <a:xfrm>
              <a:off x="5136" y="1408"/>
              <a:ext cx="80"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 name="Google Shape;80;p29"/>
            <p:cNvSpPr/>
            <p:nvPr/>
          </p:nvSpPr>
          <p:spPr>
            <a:xfrm>
              <a:off x="5248" y="1408"/>
              <a:ext cx="79"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29"/>
            <p:cNvSpPr/>
            <p:nvPr/>
          </p:nvSpPr>
          <p:spPr>
            <a:xfrm>
              <a:off x="5360" y="1408"/>
              <a:ext cx="77" cy="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29"/>
            <p:cNvSpPr/>
            <p:nvPr/>
          </p:nvSpPr>
          <p:spPr>
            <a:xfrm>
              <a:off x="5472" y="1408"/>
              <a:ext cx="77" cy="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29"/>
            <p:cNvSpPr/>
            <p:nvPr/>
          </p:nvSpPr>
          <p:spPr>
            <a:xfrm>
              <a:off x="5584" y="1408"/>
              <a:ext cx="80" cy="80"/>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p29"/>
            <p:cNvSpPr/>
            <p:nvPr/>
          </p:nvSpPr>
          <p:spPr>
            <a:xfrm>
              <a:off x="5136" y="1520"/>
              <a:ext cx="80" cy="79"/>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 name="Google Shape;85;p29"/>
            <p:cNvSpPr/>
            <p:nvPr/>
          </p:nvSpPr>
          <p:spPr>
            <a:xfrm>
              <a:off x="5248" y="1520"/>
              <a:ext cx="79" cy="7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 name="Google Shape;86;p29"/>
            <p:cNvSpPr/>
            <p:nvPr/>
          </p:nvSpPr>
          <p:spPr>
            <a:xfrm>
              <a:off x="5360" y="1520"/>
              <a:ext cx="77" cy="7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29"/>
            <p:cNvSpPr/>
            <p:nvPr/>
          </p:nvSpPr>
          <p:spPr>
            <a:xfrm>
              <a:off x="5472" y="1520"/>
              <a:ext cx="77" cy="79"/>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29"/>
            <p:cNvSpPr/>
            <p:nvPr/>
          </p:nvSpPr>
          <p:spPr>
            <a:xfrm>
              <a:off x="5136" y="1632"/>
              <a:ext cx="80" cy="7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29"/>
            <p:cNvSpPr/>
            <p:nvPr/>
          </p:nvSpPr>
          <p:spPr>
            <a:xfrm>
              <a:off x="5248" y="1632"/>
              <a:ext cx="79" cy="7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0" name="Google Shape;90;p29"/>
            <p:cNvSpPr/>
            <p:nvPr/>
          </p:nvSpPr>
          <p:spPr>
            <a:xfrm>
              <a:off x="5360" y="1632"/>
              <a:ext cx="77" cy="7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 name="Google Shape;91;p29"/>
            <p:cNvSpPr/>
            <p:nvPr/>
          </p:nvSpPr>
          <p:spPr>
            <a:xfrm>
              <a:off x="5472" y="1632"/>
              <a:ext cx="77" cy="7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29"/>
            <p:cNvSpPr/>
            <p:nvPr/>
          </p:nvSpPr>
          <p:spPr>
            <a:xfrm>
              <a:off x="5248" y="1744"/>
              <a:ext cx="79" cy="80"/>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29"/>
            <p:cNvSpPr/>
            <p:nvPr/>
          </p:nvSpPr>
          <p:spPr>
            <a:xfrm>
              <a:off x="5472" y="1744"/>
              <a:ext cx="77" cy="80"/>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5.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jpg"/><Relationship Id="rId4" Type="http://schemas.openxmlformats.org/officeDocument/2006/relationships/image" Target="../media/image15.jpg"/><Relationship Id="rId5"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
          <p:cNvSpPr txBox="1"/>
          <p:nvPr>
            <p:ph type="ctrTitle"/>
          </p:nvPr>
        </p:nvSpPr>
        <p:spPr>
          <a:xfrm>
            <a:off x="315912" y="466725"/>
            <a:ext cx="6781800" cy="2133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2"/>
              </a:buClr>
              <a:buSzPts val="4800"/>
              <a:buFont typeface="Arial"/>
              <a:buNone/>
            </a:pPr>
            <a:r>
              <a:rPr b="1" i="0" lang="en-US" sz="4800" u="none">
                <a:solidFill>
                  <a:schemeClr val="dk2"/>
                </a:solidFill>
                <a:latin typeface="Arial"/>
                <a:ea typeface="Arial"/>
                <a:cs typeface="Arial"/>
                <a:sym typeface="Arial"/>
              </a:rPr>
              <a:t>Arquitectura del Software</a:t>
            </a:r>
            <a:endParaRPr/>
          </a:p>
        </p:txBody>
      </p:sp>
      <p:sp>
        <p:nvSpPr>
          <p:cNvPr id="162" name="Google Shape;162;p1"/>
          <p:cNvSpPr txBox="1"/>
          <p:nvPr>
            <p:ph idx="1" type="subTitle"/>
          </p:nvPr>
        </p:nvSpPr>
        <p:spPr>
          <a:xfrm>
            <a:off x="849312" y="3049587"/>
            <a:ext cx="6248400" cy="2362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2240"/>
              <a:buNone/>
            </a:pPr>
            <a:r>
              <a:rPr b="0" i="0" lang="en-US" sz="3200" u="none">
                <a:solidFill>
                  <a:schemeClr val="dk1"/>
                </a:solidFill>
                <a:latin typeface="Arial"/>
                <a:ea typeface="Arial"/>
                <a:cs typeface="Arial"/>
                <a:sym typeface="Arial"/>
              </a:rPr>
              <a:t>Conceptos</a:t>
            </a:r>
            <a:endParaRPr/>
          </a:p>
          <a:p>
            <a:pPr indent="0" lvl="0" marL="0" rtl="0" algn="r">
              <a:lnSpc>
                <a:spcPct val="100000"/>
              </a:lnSpc>
              <a:spcBef>
                <a:spcPts val="640"/>
              </a:spcBef>
              <a:spcAft>
                <a:spcPts val="0"/>
              </a:spcAft>
              <a:buSzPts val="2240"/>
              <a:buNone/>
            </a:pPr>
            <a:r>
              <a:rPr b="0" i="0" lang="en-US" sz="3200" u="none">
                <a:solidFill>
                  <a:schemeClr val="dk1"/>
                </a:solidFill>
                <a:latin typeface="Arial"/>
                <a:ea typeface="Arial"/>
                <a:cs typeface="Arial"/>
                <a:sym typeface="Arial"/>
              </a:rPr>
              <a:t>Parte 2</a:t>
            </a:r>
            <a:endParaRPr/>
          </a:p>
          <a:p>
            <a:pPr indent="0" lvl="0" marL="0" rtl="0" algn="r">
              <a:lnSpc>
                <a:spcPct val="100000"/>
              </a:lnSpc>
              <a:spcBef>
                <a:spcPts val="640"/>
              </a:spcBef>
              <a:spcAft>
                <a:spcPts val="0"/>
              </a:spcAft>
              <a:buSzPts val="2240"/>
              <a:buFont typeface="Noto Sans Symbols"/>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41a9b5ae3c_0_8"/>
          <p:cNvSpPr txBox="1"/>
          <p:nvPr>
            <p:ph type="ctrTitle"/>
          </p:nvPr>
        </p:nvSpPr>
        <p:spPr>
          <a:xfrm>
            <a:off x="315913" y="466725"/>
            <a:ext cx="6781800" cy="2133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lang="en-US"/>
              <a:t>Partamos del concepto...</a:t>
            </a:r>
            <a:endParaRPr/>
          </a:p>
        </p:txBody>
      </p:sp>
      <p:sp>
        <p:nvSpPr>
          <p:cNvPr id="169" name="Google Shape;169;g41a9b5ae3c_0_8"/>
          <p:cNvSpPr txBox="1"/>
          <p:nvPr>
            <p:ph idx="1" type="subTitle"/>
          </p:nvPr>
        </p:nvSpPr>
        <p:spPr>
          <a:xfrm>
            <a:off x="849313" y="3049588"/>
            <a:ext cx="6248400" cy="2362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640"/>
              </a:spcBef>
              <a:spcAft>
                <a:spcPts val="0"/>
              </a:spcAft>
              <a:buSzPts val="2240"/>
              <a:buNone/>
            </a:pPr>
            <a:r>
              <a:rPr lang="en-US"/>
              <a:t>Arquitectura de Software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
          <p:cNvPicPr preferRelativeResize="0"/>
          <p:nvPr/>
        </p:nvPicPr>
        <p:blipFill>
          <a:blip r:embed="rId3">
            <a:alphaModFix/>
          </a:blip>
          <a:stretch>
            <a:fillRect/>
          </a:stretch>
        </p:blipFill>
        <p:spPr>
          <a:xfrm>
            <a:off x="152400" y="200500"/>
            <a:ext cx="7983913" cy="65532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41a9b5ae3c_0_0"/>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sz="2400"/>
              <a:t>Estructura</a:t>
            </a:r>
            <a:endParaRPr sz="2400"/>
          </a:p>
          <a:p>
            <a:pPr indent="0" lvl="0" marL="0" rtl="0" algn="l">
              <a:lnSpc>
                <a:spcPct val="100000"/>
              </a:lnSpc>
              <a:spcBef>
                <a:spcPts val="0"/>
              </a:spcBef>
              <a:spcAft>
                <a:spcPts val="0"/>
              </a:spcAft>
              <a:buSzPts val="1400"/>
              <a:buNone/>
            </a:pPr>
            <a:r>
              <a:rPr lang="en-US" sz="2400"/>
              <a:t>y</a:t>
            </a:r>
            <a:endParaRPr sz="2400"/>
          </a:p>
          <a:p>
            <a:pPr indent="0" lvl="0" marL="0" rtl="0" algn="l">
              <a:lnSpc>
                <a:spcPct val="100000"/>
              </a:lnSpc>
              <a:spcBef>
                <a:spcPts val="0"/>
              </a:spcBef>
              <a:spcAft>
                <a:spcPts val="0"/>
              </a:spcAft>
              <a:buSzPts val="1400"/>
              <a:buNone/>
            </a:pPr>
            <a:r>
              <a:rPr lang="en-US" sz="2400"/>
              <a:t>Propiedades Externas Visibles del Sistema</a:t>
            </a:r>
            <a:endParaRPr sz="2400"/>
          </a:p>
        </p:txBody>
      </p:sp>
      <p:sp>
        <p:nvSpPr>
          <p:cNvPr id="181" name="Google Shape;181;g41a9b5ae3c_0_0"/>
          <p:cNvSpPr txBox="1"/>
          <p:nvPr>
            <p:ph idx="1" type="body"/>
          </p:nvPr>
        </p:nvSpPr>
        <p:spPr>
          <a:xfrm>
            <a:off x="457200" y="1719250"/>
            <a:ext cx="7927500" cy="4994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260"/>
              <a:buNone/>
            </a:pPr>
            <a:r>
              <a:rPr b="1" lang="en-US" sz="2400"/>
              <a:t>Tipos de Estructuras:</a:t>
            </a:r>
            <a:endParaRPr b="1" sz="2400"/>
          </a:p>
          <a:p>
            <a:pPr indent="-381000" lvl="0" marL="457200" rtl="0" algn="l">
              <a:lnSpc>
                <a:spcPct val="100000"/>
              </a:lnSpc>
              <a:spcBef>
                <a:spcPts val="360"/>
              </a:spcBef>
              <a:spcAft>
                <a:spcPts val="0"/>
              </a:spcAft>
              <a:buSzPts val="2400"/>
              <a:buChar char="●"/>
            </a:pPr>
            <a:r>
              <a:rPr lang="en-US" sz="2400"/>
              <a:t>Estáticas (en tiempo de diseño interno)</a:t>
            </a:r>
            <a:endParaRPr sz="2400"/>
          </a:p>
          <a:p>
            <a:pPr indent="0" lvl="0" marL="914400" rtl="0" algn="l">
              <a:lnSpc>
                <a:spcPct val="100000"/>
              </a:lnSpc>
              <a:spcBef>
                <a:spcPts val="360"/>
              </a:spcBef>
              <a:spcAft>
                <a:spcPts val="0"/>
              </a:spcAft>
              <a:buSzPts val="1260"/>
              <a:buNone/>
            </a:pPr>
            <a:r>
              <a:rPr lang="en-US" sz="1800"/>
              <a:t>Cuales son los elementos del sistema y sus relaciones entre ellos</a:t>
            </a:r>
            <a:endParaRPr sz="1800"/>
          </a:p>
          <a:p>
            <a:pPr indent="-381000" lvl="0" marL="457200" rtl="0" algn="l">
              <a:lnSpc>
                <a:spcPct val="100000"/>
              </a:lnSpc>
              <a:spcBef>
                <a:spcPts val="360"/>
              </a:spcBef>
              <a:spcAft>
                <a:spcPts val="0"/>
              </a:spcAft>
              <a:buSzPts val="2400"/>
              <a:buChar char="●"/>
            </a:pPr>
            <a:r>
              <a:rPr lang="en-US" sz="2400"/>
              <a:t>Dinámicas (en tiempo de ejecución)</a:t>
            </a:r>
            <a:endParaRPr sz="2400"/>
          </a:p>
          <a:p>
            <a:pPr indent="0" lvl="0" marL="0" rtl="0" algn="l">
              <a:lnSpc>
                <a:spcPct val="100000"/>
              </a:lnSpc>
              <a:spcBef>
                <a:spcPts val="360"/>
              </a:spcBef>
              <a:spcAft>
                <a:spcPts val="0"/>
              </a:spcAft>
              <a:buSzPts val="1260"/>
              <a:buNone/>
            </a:pPr>
            <a:r>
              <a:rPr b="1" lang="en-US" sz="2400"/>
              <a:t>		</a:t>
            </a:r>
            <a:r>
              <a:rPr lang="en-US" sz="1800"/>
              <a:t>Elementos de ejecución y las relaciones entre ellos</a:t>
            </a:r>
            <a:endParaRPr sz="1800"/>
          </a:p>
          <a:p>
            <a:pPr indent="0" lvl="0" marL="0" rtl="0" algn="l">
              <a:lnSpc>
                <a:spcPct val="100000"/>
              </a:lnSpc>
              <a:spcBef>
                <a:spcPts val="360"/>
              </a:spcBef>
              <a:spcAft>
                <a:spcPts val="0"/>
              </a:spcAft>
              <a:buSzPts val="1260"/>
              <a:buNone/>
            </a:pPr>
            <a:r>
              <a:rPr b="1" lang="en-US" sz="2400"/>
              <a:t>Propiedades Externas Visibles</a:t>
            </a:r>
            <a:endParaRPr b="1" sz="2400"/>
          </a:p>
          <a:p>
            <a:pPr indent="-381000" lvl="0" marL="457200" rtl="0" algn="l">
              <a:lnSpc>
                <a:spcPct val="100000"/>
              </a:lnSpc>
              <a:spcBef>
                <a:spcPts val="360"/>
              </a:spcBef>
              <a:spcAft>
                <a:spcPts val="0"/>
              </a:spcAft>
              <a:buSzPts val="2400"/>
              <a:buChar char="●"/>
            </a:pPr>
            <a:r>
              <a:rPr lang="en-US" sz="2400"/>
              <a:t>Comportamiento externo visible: </a:t>
            </a:r>
            <a:endParaRPr sz="2400"/>
          </a:p>
          <a:p>
            <a:pPr indent="0" lvl="0" marL="914400" rtl="0" algn="l">
              <a:lnSpc>
                <a:spcPct val="100000"/>
              </a:lnSpc>
              <a:spcBef>
                <a:spcPts val="360"/>
              </a:spcBef>
              <a:spcAft>
                <a:spcPts val="0"/>
              </a:spcAft>
              <a:buSzPts val="1260"/>
              <a:buNone/>
            </a:pPr>
            <a:r>
              <a:rPr lang="en-US" sz="1800" u="sng"/>
              <a:t>Que hace</a:t>
            </a:r>
            <a:r>
              <a:rPr lang="en-US" sz="1800"/>
              <a:t> el sistema desde el punto de vista de un observador externo</a:t>
            </a:r>
            <a:endParaRPr sz="1800"/>
          </a:p>
          <a:p>
            <a:pPr indent="-381000" lvl="0" marL="457200" rtl="0" algn="l">
              <a:lnSpc>
                <a:spcPct val="100000"/>
              </a:lnSpc>
              <a:spcBef>
                <a:spcPts val="360"/>
              </a:spcBef>
              <a:spcAft>
                <a:spcPts val="0"/>
              </a:spcAft>
              <a:buSzPts val="2400"/>
              <a:buChar char="●"/>
            </a:pPr>
            <a:r>
              <a:rPr lang="en-US" sz="2400"/>
              <a:t>Propiedades de calidad</a:t>
            </a:r>
            <a:endParaRPr sz="2400"/>
          </a:p>
          <a:p>
            <a:pPr indent="0" lvl="0" marL="914400" rtl="0" algn="l">
              <a:lnSpc>
                <a:spcPct val="100000"/>
              </a:lnSpc>
              <a:spcBef>
                <a:spcPts val="360"/>
              </a:spcBef>
              <a:spcAft>
                <a:spcPts val="0"/>
              </a:spcAft>
              <a:buSzPts val="1260"/>
              <a:buNone/>
            </a:pPr>
            <a:r>
              <a:rPr lang="en-US" sz="1800" u="sng"/>
              <a:t>Como se comporta</a:t>
            </a:r>
            <a:r>
              <a:rPr lang="en-US" sz="1800"/>
              <a:t> el sistema desde el punto de vista de un observador externo</a:t>
            </a:r>
            <a:endParaRPr sz="1800"/>
          </a:p>
          <a:p>
            <a:pPr indent="0" lvl="0" marL="914400" rtl="0" algn="l">
              <a:lnSpc>
                <a:spcPct val="100000"/>
              </a:lnSpc>
              <a:spcBef>
                <a:spcPts val="360"/>
              </a:spcBef>
              <a:spcAft>
                <a:spcPts val="0"/>
              </a:spcAft>
              <a:buSzPts val="1260"/>
              <a:buNone/>
            </a:pPr>
            <a:r>
              <a:t/>
            </a:r>
            <a:endParaRPr sz="2400"/>
          </a:p>
        </p:txBody>
      </p:sp>
      <p:sp>
        <p:nvSpPr>
          <p:cNvPr id="182" name="Google Shape;182;g41a9b5ae3c_0_0"/>
          <p:cNvSpPr/>
          <p:nvPr/>
        </p:nvSpPr>
        <p:spPr>
          <a:xfrm>
            <a:off x="6734775" y="1099750"/>
            <a:ext cx="2158800" cy="1037400"/>
          </a:xfrm>
          <a:prstGeom prst="wedgeEllipseCallout">
            <a:avLst>
              <a:gd fmla="val -69961" name="adj1"/>
              <a:gd fmla="val 49747"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Modulos, Clases, Base de datos y sus tablas y relaciones</a:t>
            </a:r>
            <a:endParaRPr b="0" i="0" sz="1000" u="none" cap="none" strike="noStrike">
              <a:solidFill>
                <a:srgbClr val="000000"/>
              </a:solidFill>
              <a:latin typeface="Arial"/>
              <a:ea typeface="Arial"/>
              <a:cs typeface="Arial"/>
              <a:sym typeface="Arial"/>
            </a:endParaRPr>
          </a:p>
        </p:txBody>
      </p:sp>
      <p:sp>
        <p:nvSpPr>
          <p:cNvPr id="183" name="Google Shape;183;g41a9b5ae3c_0_0"/>
          <p:cNvSpPr/>
          <p:nvPr/>
        </p:nvSpPr>
        <p:spPr>
          <a:xfrm>
            <a:off x="6837900" y="3364875"/>
            <a:ext cx="2306100" cy="1238700"/>
          </a:xfrm>
          <a:prstGeom prst="wedgeEllipseCallout">
            <a:avLst>
              <a:gd fmla="val -58979" name="adj1"/>
              <a:gd fmla="val -20727"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Flujo de información, envío de mensajes, respuestas del sistema, cuando se crea, modifica o destruye la información</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Ejemplo</a:t>
            </a:r>
            <a:endParaRPr/>
          </a:p>
        </p:txBody>
      </p:sp>
      <p:sp>
        <p:nvSpPr>
          <p:cNvPr id="189" name="Google Shape;189;p3"/>
          <p:cNvSpPr txBox="1"/>
          <p:nvPr>
            <p:ph idx="1" type="body"/>
          </p:nvPr>
        </p:nvSpPr>
        <p:spPr>
          <a:xfrm>
            <a:off x="457200" y="1719262"/>
            <a:ext cx="4038600" cy="45291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260"/>
              <a:buFont typeface="Noto Sans Symbols"/>
              <a:buChar char="●"/>
            </a:pPr>
            <a:r>
              <a:rPr b="0" i="0" lang="en-US" sz="1800" u="none" cap="none" strike="noStrike">
                <a:solidFill>
                  <a:schemeClr val="dk1"/>
                </a:solidFill>
                <a:latin typeface="Arial"/>
                <a:ea typeface="Arial"/>
                <a:cs typeface="Arial"/>
                <a:sym typeface="Arial"/>
              </a:rPr>
              <a:t>Un sistema de reservación de vuelos aéreos soporta diferentes tipos de transacciones para reservar asientos, actualizarlos o cancelarlos, transferirlos, mejorarlos, etc.</a:t>
            </a:r>
            <a:endParaRPr/>
          </a:p>
          <a:p>
            <a:pPr indent="-262890" lvl="0" marL="342900" marR="0" rtl="0" algn="l">
              <a:lnSpc>
                <a:spcPct val="100000"/>
              </a:lnSpc>
              <a:spcBef>
                <a:spcPts val="360"/>
              </a:spcBef>
              <a:spcAft>
                <a:spcPts val="0"/>
              </a:spcAft>
              <a:buClr>
                <a:schemeClr val="dk2"/>
              </a:buClr>
              <a:buSzPts val="1260"/>
              <a:buFont typeface="Noto Sans Symbols"/>
              <a:buNone/>
            </a:pPr>
            <a:r>
              <a:t/>
            </a:r>
            <a:endParaRPr b="0" i="0" sz="1800" u="none" cap="none" strike="noStrike">
              <a:solidFill>
                <a:schemeClr val="dk1"/>
              </a:solidFill>
              <a:latin typeface="Arial"/>
              <a:ea typeface="Arial"/>
              <a:cs typeface="Arial"/>
              <a:sym typeface="Arial"/>
            </a:endParaRPr>
          </a:p>
          <a:p>
            <a:pPr indent="-347662" lvl="1" marL="692150" marR="0" rtl="0" algn="l">
              <a:lnSpc>
                <a:spcPct val="100000"/>
              </a:lnSpc>
              <a:spcBef>
                <a:spcPts val="280"/>
              </a:spcBef>
              <a:spcAft>
                <a:spcPts val="0"/>
              </a:spcAft>
              <a:buClr>
                <a:schemeClr val="accent2"/>
              </a:buClr>
              <a:buSzPts val="980"/>
              <a:buFont typeface="Noto Sans Symbols"/>
              <a:buChar char="●"/>
            </a:pPr>
            <a:r>
              <a:rPr b="0" i="0" lang="en-US" sz="1400" u="none" cap="none" strike="noStrike">
                <a:solidFill>
                  <a:schemeClr val="dk1"/>
                </a:solidFill>
                <a:latin typeface="Arial"/>
                <a:ea typeface="Arial"/>
                <a:cs typeface="Arial"/>
                <a:sym typeface="Arial"/>
              </a:rPr>
              <a:t>¿Cuáles son los </a:t>
            </a:r>
            <a:r>
              <a:rPr b="0" i="0" lang="en-US" sz="1400" u="sng" cap="none" strike="noStrike">
                <a:solidFill>
                  <a:schemeClr val="dk1"/>
                </a:solidFill>
                <a:latin typeface="Arial"/>
                <a:ea typeface="Arial"/>
                <a:cs typeface="Arial"/>
                <a:sym typeface="Arial"/>
              </a:rPr>
              <a:t>comportamientos externos visibles</a:t>
            </a:r>
            <a:r>
              <a:rPr b="0" i="0" lang="en-US" sz="1400" u="none" cap="none" strike="noStrike">
                <a:solidFill>
                  <a:schemeClr val="dk1"/>
                </a:solidFill>
                <a:latin typeface="Arial"/>
                <a:ea typeface="Arial"/>
                <a:cs typeface="Arial"/>
                <a:sym typeface="Arial"/>
              </a:rPr>
              <a:t> del sistema? (qué hace)</a:t>
            </a:r>
            <a:endParaRPr/>
          </a:p>
          <a:p>
            <a:pPr indent="-342900" lvl="0" marL="342900" marR="0" rtl="0" algn="l">
              <a:lnSpc>
                <a:spcPct val="100000"/>
              </a:lnSpc>
              <a:spcBef>
                <a:spcPts val="360"/>
              </a:spcBef>
              <a:spcAft>
                <a:spcPts val="0"/>
              </a:spcAft>
              <a:buClr>
                <a:schemeClr val="dk2"/>
              </a:buClr>
              <a:buSzPts val="1260"/>
              <a:buFont typeface="Noto Sans Symbols"/>
              <a:buNone/>
            </a:pPr>
            <a:r>
              <a:t/>
            </a:r>
            <a:endParaRPr b="0" i="0" sz="1800" u="none" cap="none" strike="noStrike">
              <a:solidFill>
                <a:schemeClr val="dk1"/>
              </a:solidFill>
              <a:latin typeface="Arial"/>
              <a:ea typeface="Arial"/>
              <a:cs typeface="Arial"/>
              <a:sym typeface="Arial"/>
            </a:endParaRPr>
          </a:p>
          <a:p>
            <a:pPr indent="-347662" lvl="1" marL="692150" marR="0" rtl="0" algn="l">
              <a:lnSpc>
                <a:spcPct val="100000"/>
              </a:lnSpc>
              <a:spcBef>
                <a:spcPts val="280"/>
              </a:spcBef>
              <a:spcAft>
                <a:spcPts val="0"/>
              </a:spcAft>
              <a:buClr>
                <a:schemeClr val="accent2"/>
              </a:buClr>
              <a:buSzPts val="980"/>
              <a:buFont typeface="Noto Sans Symbols"/>
              <a:buChar char="●"/>
            </a:pPr>
            <a:r>
              <a:rPr b="0" i="0" lang="en-US" sz="1400" u="none" cap="none" strike="noStrike">
                <a:solidFill>
                  <a:schemeClr val="dk1"/>
                </a:solidFill>
                <a:latin typeface="Arial"/>
                <a:ea typeface="Arial"/>
                <a:cs typeface="Arial"/>
                <a:sym typeface="Arial"/>
              </a:rPr>
              <a:t>¿Cuáles son las </a:t>
            </a:r>
            <a:r>
              <a:rPr b="0" i="0" lang="en-US" sz="1400" u="sng" cap="none" strike="noStrike">
                <a:solidFill>
                  <a:schemeClr val="dk1"/>
                </a:solidFill>
                <a:latin typeface="Arial"/>
                <a:ea typeface="Arial"/>
                <a:cs typeface="Arial"/>
                <a:sym typeface="Arial"/>
              </a:rPr>
              <a:t>propiedades de calidad </a:t>
            </a:r>
            <a:r>
              <a:rPr b="0" i="0" lang="en-US" sz="1400" u="none" cap="none" strike="noStrike">
                <a:solidFill>
                  <a:schemeClr val="dk1"/>
                </a:solidFill>
                <a:latin typeface="Arial"/>
                <a:ea typeface="Arial"/>
                <a:cs typeface="Arial"/>
                <a:sym typeface="Arial"/>
              </a:rPr>
              <a:t>del sistema? (cómo lo hace)</a:t>
            </a:r>
            <a:endParaRPr/>
          </a:p>
          <a:p>
            <a:pPr indent="-280670" lvl="0" marL="342900" marR="0" rtl="0" algn="l">
              <a:lnSpc>
                <a:spcPct val="100000"/>
              </a:lnSpc>
              <a:spcBef>
                <a:spcPts val="280"/>
              </a:spcBef>
              <a:spcAft>
                <a:spcPts val="0"/>
              </a:spcAft>
              <a:buClr>
                <a:schemeClr val="dk2"/>
              </a:buClr>
              <a:buSzPts val="980"/>
              <a:buFont typeface="Noto Sans Symbols"/>
              <a:buNone/>
            </a:pPr>
            <a:r>
              <a:t/>
            </a:r>
            <a:endParaRPr b="0" i="0" sz="1400" u="none" cap="none" strike="noStrike">
              <a:solidFill>
                <a:schemeClr val="dk1"/>
              </a:solidFill>
              <a:latin typeface="Arial"/>
              <a:ea typeface="Arial"/>
              <a:cs typeface="Arial"/>
              <a:sym typeface="Arial"/>
            </a:endParaRPr>
          </a:p>
        </p:txBody>
      </p:sp>
      <p:pic>
        <p:nvPicPr>
          <p:cNvPr id="190" name="Google Shape;190;p3"/>
          <p:cNvPicPr preferRelativeResize="0"/>
          <p:nvPr/>
        </p:nvPicPr>
        <p:blipFill rotWithShape="1">
          <a:blip r:embed="rId3">
            <a:alphaModFix/>
          </a:blip>
          <a:srcRect b="19563" l="41667" r="27302" t="39067"/>
          <a:stretch/>
        </p:blipFill>
        <p:spPr>
          <a:xfrm>
            <a:off x="4648200" y="2289175"/>
            <a:ext cx="4256087" cy="33893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
          <p:cNvSpPr txBox="1"/>
          <p:nvPr>
            <p:ph type="title"/>
          </p:nvPr>
        </p:nvSpPr>
        <p:spPr>
          <a:xfrm>
            <a:off x="457200" y="274637"/>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Ejemplo: Linea aérea</a:t>
            </a:r>
            <a:endParaRPr/>
          </a:p>
        </p:txBody>
      </p:sp>
      <p:sp>
        <p:nvSpPr>
          <p:cNvPr id="196" name="Google Shape;196;p4"/>
          <p:cNvSpPr txBox="1"/>
          <p:nvPr>
            <p:ph idx="1" type="body"/>
          </p:nvPr>
        </p:nvSpPr>
        <p:spPr>
          <a:xfrm>
            <a:off x="457200" y="1535112"/>
            <a:ext cx="4040187" cy="639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680"/>
              <a:buNone/>
            </a:pPr>
            <a:r>
              <a:rPr b="1" i="0" lang="en-US" sz="2400" u="none">
                <a:solidFill>
                  <a:schemeClr val="dk1"/>
                </a:solidFill>
                <a:latin typeface="Arial"/>
                <a:ea typeface="Arial"/>
                <a:cs typeface="Arial"/>
                <a:sym typeface="Arial"/>
              </a:rPr>
              <a:t>Cliente/Servidor</a:t>
            </a:r>
            <a:endParaRPr/>
          </a:p>
        </p:txBody>
      </p:sp>
      <p:sp>
        <p:nvSpPr>
          <p:cNvPr id="197" name="Google Shape;197;p4"/>
          <p:cNvSpPr txBox="1"/>
          <p:nvPr>
            <p:ph idx="1" type="body"/>
          </p:nvPr>
        </p:nvSpPr>
        <p:spPr>
          <a:xfrm>
            <a:off x="457200" y="2174875"/>
            <a:ext cx="4040187" cy="39512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Estructura estática</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Clientes</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Servidor</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Conexiones clientes y servidor</a:t>
            </a:r>
            <a:endParaRPr/>
          </a:p>
          <a:p>
            <a:pPr indent="-258762" lvl="1" marL="692150" marR="0" rtl="0" algn="l">
              <a:lnSpc>
                <a:spcPct val="100000"/>
              </a:lnSpc>
              <a:spcBef>
                <a:spcPts val="400"/>
              </a:spcBef>
              <a:spcAft>
                <a:spcPts val="0"/>
              </a:spcAft>
              <a:buClr>
                <a:schemeClr val="accent2"/>
              </a:buClr>
              <a:buSzPts val="1400"/>
              <a:buFont typeface="Noto Sans Symbols"/>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Estructura dinámica (tiempo de ejecución)</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Modelo petición/respuesta</a:t>
            </a:r>
            <a:endParaRPr/>
          </a:p>
          <a:p>
            <a:pPr indent="-258762" lvl="1" marL="692150" marR="0" rtl="0" algn="l">
              <a:lnSpc>
                <a:spcPct val="100000"/>
              </a:lnSpc>
              <a:spcBef>
                <a:spcPts val="400"/>
              </a:spcBef>
              <a:spcAft>
                <a:spcPts val="0"/>
              </a:spcAft>
              <a:buClr>
                <a:schemeClr val="accent2"/>
              </a:buClr>
              <a:buSzPts val="1400"/>
              <a:buFont typeface="Noto Sans Symbols"/>
              <a:buNone/>
            </a:pPr>
            <a:r>
              <a:t/>
            </a:r>
            <a:endParaRPr b="0" i="0" sz="2000" u="none" cap="none" strike="noStrike">
              <a:solidFill>
                <a:schemeClr val="dk1"/>
              </a:solidFill>
              <a:latin typeface="Arial"/>
              <a:ea typeface="Arial"/>
              <a:cs typeface="Arial"/>
              <a:sym typeface="Arial"/>
            </a:endParaRPr>
          </a:p>
          <a:p>
            <a:pPr indent="-254000" lvl="0" marL="342900" marR="0" rtl="0" algn="l">
              <a:lnSpc>
                <a:spcPct val="100000"/>
              </a:lnSpc>
              <a:spcBef>
                <a:spcPts val="400"/>
              </a:spcBef>
              <a:spcAft>
                <a:spcPts val="0"/>
              </a:spcAft>
              <a:buClr>
                <a:schemeClr val="dk2"/>
              </a:buClr>
              <a:buSzPts val="1400"/>
              <a:buFont typeface="Noto Sans Symbols"/>
              <a:buNone/>
            </a:pPr>
            <a:r>
              <a:t/>
            </a:r>
            <a:endParaRPr b="0" i="0" sz="2000" u="none" cap="none" strike="noStrike">
              <a:solidFill>
                <a:schemeClr val="dk1"/>
              </a:solidFill>
              <a:latin typeface="Arial"/>
              <a:ea typeface="Arial"/>
              <a:cs typeface="Arial"/>
              <a:sym typeface="Arial"/>
            </a:endParaRPr>
          </a:p>
        </p:txBody>
      </p:sp>
      <p:pic>
        <p:nvPicPr>
          <p:cNvPr id="198" name="Google Shape;198;p4"/>
          <p:cNvPicPr preferRelativeResize="0"/>
          <p:nvPr>
            <p:ph idx="2" type="body"/>
          </p:nvPr>
        </p:nvPicPr>
        <p:blipFill rotWithShape="1">
          <a:blip r:embed="rId3">
            <a:alphaModFix/>
          </a:blip>
          <a:srcRect b="8294" l="15159" r="1885" t="0"/>
          <a:stretch/>
        </p:blipFill>
        <p:spPr>
          <a:xfrm>
            <a:off x="4497387" y="2057400"/>
            <a:ext cx="4151312" cy="342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5"/>
          <p:cNvSpPr txBox="1"/>
          <p:nvPr>
            <p:ph type="title"/>
          </p:nvPr>
        </p:nvSpPr>
        <p:spPr>
          <a:xfrm>
            <a:off x="457200" y="274637"/>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Ejemplo: Linea aerea</a:t>
            </a:r>
            <a:endParaRPr/>
          </a:p>
        </p:txBody>
      </p:sp>
      <p:sp>
        <p:nvSpPr>
          <p:cNvPr id="204" name="Google Shape;204;p5"/>
          <p:cNvSpPr txBox="1"/>
          <p:nvPr>
            <p:ph idx="1" type="body"/>
          </p:nvPr>
        </p:nvSpPr>
        <p:spPr>
          <a:xfrm>
            <a:off x="457200" y="1535112"/>
            <a:ext cx="4040187" cy="639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680"/>
              <a:buNone/>
            </a:pPr>
            <a:r>
              <a:rPr b="1" i="0" lang="en-US" sz="2400" u="none">
                <a:solidFill>
                  <a:schemeClr val="dk1"/>
                </a:solidFill>
                <a:latin typeface="Arial"/>
                <a:ea typeface="Arial"/>
                <a:cs typeface="Arial"/>
                <a:sym typeface="Arial"/>
              </a:rPr>
              <a:t>Tres Capas</a:t>
            </a:r>
            <a:endParaRPr/>
          </a:p>
        </p:txBody>
      </p:sp>
      <p:sp>
        <p:nvSpPr>
          <p:cNvPr id="205" name="Google Shape;205;p5"/>
          <p:cNvSpPr txBox="1"/>
          <p:nvPr>
            <p:ph idx="1" type="body"/>
          </p:nvPr>
        </p:nvSpPr>
        <p:spPr>
          <a:xfrm>
            <a:off x="457200" y="2174875"/>
            <a:ext cx="4040187" cy="39512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Estructura estática</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Clientes</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Application server</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Database server</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Conexiones entre los 3</a:t>
            </a:r>
            <a:endParaRPr/>
          </a:p>
          <a:p>
            <a:pPr indent="-342900" lvl="0" marL="342900" marR="0" rtl="0" algn="l">
              <a:lnSpc>
                <a:spcPct val="100000"/>
              </a:lnSpc>
              <a:spcBef>
                <a:spcPts val="48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Estructura dinámica</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Peticiones enviadas por un cliente al application server</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Peticiones enviadas por el application server hacia la base de datos</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Respuestas </a:t>
            </a:r>
            <a:endParaRPr/>
          </a:p>
        </p:txBody>
      </p:sp>
      <p:pic>
        <p:nvPicPr>
          <p:cNvPr id="206" name="Google Shape;206;p5"/>
          <p:cNvPicPr preferRelativeResize="0"/>
          <p:nvPr>
            <p:ph idx="2" type="body"/>
          </p:nvPr>
        </p:nvPicPr>
        <p:blipFill rotWithShape="1">
          <a:blip r:embed="rId3">
            <a:alphaModFix/>
          </a:blip>
          <a:srcRect b="0" l="0" r="0" t="0"/>
          <a:stretch/>
        </p:blipFill>
        <p:spPr>
          <a:xfrm>
            <a:off x="4419600" y="2514600"/>
            <a:ext cx="4651375" cy="3286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descr="Image result for tough decision" id="211" name="Google Shape;211;p7"/>
          <p:cNvPicPr preferRelativeResize="0"/>
          <p:nvPr/>
        </p:nvPicPr>
        <p:blipFill rotWithShape="1">
          <a:blip r:embed="rId3">
            <a:alphaModFix/>
          </a:blip>
          <a:srcRect b="0" l="0" r="0" t="0"/>
          <a:stretch/>
        </p:blipFill>
        <p:spPr>
          <a:xfrm>
            <a:off x="3940175" y="5741987"/>
            <a:ext cx="1114425" cy="1116012"/>
          </a:xfrm>
          <a:prstGeom prst="rect">
            <a:avLst/>
          </a:prstGeom>
          <a:noFill/>
          <a:ln>
            <a:noFill/>
          </a:ln>
        </p:spPr>
      </p:pic>
      <p:sp>
        <p:nvSpPr>
          <p:cNvPr id="212" name="Google Shape;212;p7"/>
          <p:cNvSpPr txBox="1"/>
          <p:nvPr>
            <p:ph type="title"/>
          </p:nvPr>
        </p:nvSpPr>
        <p:spPr>
          <a:xfrm>
            <a:off x="457200" y="274637"/>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¿Cuál es mejor?</a:t>
            </a:r>
            <a:endParaRPr/>
          </a:p>
        </p:txBody>
      </p:sp>
      <p:sp>
        <p:nvSpPr>
          <p:cNvPr id="213" name="Google Shape;213;p7"/>
          <p:cNvSpPr txBox="1"/>
          <p:nvPr>
            <p:ph idx="1" type="body"/>
          </p:nvPr>
        </p:nvSpPr>
        <p:spPr>
          <a:xfrm>
            <a:off x="457200" y="1535112"/>
            <a:ext cx="4040187" cy="639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680"/>
              <a:buNone/>
            </a:pPr>
            <a:r>
              <a:rPr b="1" i="0" lang="en-US" sz="2400" u="none">
                <a:solidFill>
                  <a:schemeClr val="dk1"/>
                </a:solidFill>
                <a:latin typeface="Arial"/>
                <a:ea typeface="Arial"/>
                <a:cs typeface="Arial"/>
                <a:sym typeface="Arial"/>
              </a:rPr>
              <a:t>Cliente/Servidor</a:t>
            </a:r>
            <a:endParaRPr/>
          </a:p>
        </p:txBody>
      </p:sp>
      <p:sp>
        <p:nvSpPr>
          <p:cNvPr id="214" name="Google Shape;214;p7"/>
          <p:cNvSpPr txBox="1"/>
          <p:nvPr>
            <p:ph idx="1" type="body"/>
          </p:nvPr>
        </p:nvSpPr>
        <p:spPr>
          <a:xfrm>
            <a:off x="4645025" y="1535112"/>
            <a:ext cx="4041775" cy="6397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680"/>
              <a:buNone/>
            </a:pPr>
            <a:r>
              <a:rPr b="1" i="0" lang="en-US" sz="2400" u="none">
                <a:solidFill>
                  <a:schemeClr val="dk1"/>
                </a:solidFill>
                <a:latin typeface="Arial"/>
                <a:ea typeface="Arial"/>
                <a:cs typeface="Arial"/>
                <a:sym typeface="Arial"/>
              </a:rPr>
              <a:t>3 Capas</a:t>
            </a:r>
            <a:endParaRPr/>
          </a:p>
        </p:txBody>
      </p:sp>
      <p:pic>
        <p:nvPicPr>
          <p:cNvPr id="215" name="Google Shape;215;p7"/>
          <p:cNvPicPr preferRelativeResize="0"/>
          <p:nvPr>
            <p:ph idx="1" type="body"/>
          </p:nvPr>
        </p:nvPicPr>
        <p:blipFill rotWithShape="1">
          <a:blip r:embed="rId4">
            <a:alphaModFix/>
          </a:blip>
          <a:srcRect b="0" l="0" r="0" t="0"/>
          <a:stretch/>
        </p:blipFill>
        <p:spPr>
          <a:xfrm>
            <a:off x="4645025" y="2722562"/>
            <a:ext cx="4041775" cy="2855912"/>
          </a:xfrm>
          <a:prstGeom prst="rect">
            <a:avLst/>
          </a:prstGeom>
          <a:noFill/>
          <a:ln>
            <a:noFill/>
          </a:ln>
        </p:spPr>
      </p:pic>
      <p:pic>
        <p:nvPicPr>
          <p:cNvPr id="216" name="Google Shape;216;p7"/>
          <p:cNvPicPr preferRelativeResize="0"/>
          <p:nvPr>
            <p:ph idx="2" type="body"/>
          </p:nvPr>
        </p:nvPicPr>
        <p:blipFill rotWithShape="1">
          <a:blip r:embed="rId5">
            <a:alphaModFix/>
          </a:blip>
          <a:srcRect b="8294" l="15159" r="1885" t="0"/>
          <a:stretch/>
        </p:blipFill>
        <p:spPr>
          <a:xfrm>
            <a:off x="457200" y="2481262"/>
            <a:ext cx="4040187" cy="33385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Arquitectura candidata</a:t>
            </a:r>
            <a:endParaRPr/>
          </a:p>
        </p:txBody>
      </p:sp>
      <p:sp>
        <p:nvSpPr>
          <p:cNvPr id="222" name="Google Shape;222;p6"/>
          <p:cNvSpPr txBox="1"/>
          <p:nvPr>
            <p:ph idx="1" type="body"/>
          </p:nvPr>
        </p:nvSpPr>
        <p:spPr>
          <a:xfrm>
            <a:off x="457200" y="1719262"/>
            <a:ext cx="4038600" cy="4411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1960"/>
              <a:buFont typeface="Noto Sans Symbols"/>
              <a:buNone/>
            </a:pPr>
            <a:r>
              <a:rPr b="0" i="0" lang="en-US" sz="2800" u="none">
                <a:solidFill>
                  <a:schemeClr val="dk1"/>
                </a:solidFill>
                <a:latin typeface="Arial"/>
                <a:ea typeface="Arial"/>
                <a:cs typeface="Arial"/>
                <a:sym typeface="Arial"/>
              </a:rPr>
              <a:t>Arreglo particular de las estructuras dinámicas y estáticas de un sistema que tiene el potencial de exhibir los comportamientos externos visibles y propiedades de calidad del sistema.</a:t>
            </a:r>
            <a:endParaRPr/>
          </a:p>
        </p:txBody>
      </p:sp>
      <p:pic>
        <p:nvPicPr>
          <p:cNvPr descr="http://altanmia.files.wordpress.com/2012/04/historic-information-and-quick-decision-making-21603946.jpg" id="223" name="Google Shape;223;p6"/>
          <p:cNvPicPr preferRelativeResize="0"/>
          <p:nvPr>
            <p:ph idx="2" type="body"/>
          </p:nvPr>
        </p:nvPicPr>
        <p:blipFill rotWithShape="1">
          <a:blip r:embed="rId3">
            <a:alphaModFix/>
          </a:blip>
          <a:srcRect b="0" l="0" r="0" t="0"/>
          <a:stretch/>
        </p:blipFill>
        <p:spPr>
          <a:xfrm>
            <a:off x="4762500" y="2497137"/>
            <a:ext cx="3810000" cy="2857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8"/>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Descripción de la arquitectura</a:t>
            </a:r>
            <a:endParaRPr/>
          </a:p>
        </p:txBody>
      </p:sp>
      <p:sp>
        <p:nvSpPr>
          <p:cNvPr id="229" name="Google Shape;229;p8"/>
          <p:cNvSpPr txBox="1"/>
          <p:nvPr>
            <p:ph idx="1" type="body"/>
          </p:nvPr>
        </p:nvSpPr>
        <p:spPr>
          <a:xfrm>
            <a:off x="457200" y="1719262"/>
            <a:ext cx="4038600" cy="4411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1960"/>
              <a:buFont typeface="Noto Sans Symbols"/>
              <a:buNone/>
            </a:pPr>
            <a:r>
              <a:rPr b="0" i="0" lang="en-US" sz="2800" u="none">
                <a:solidFill>
                  <a:schemeClr val="dk1"/>
                </a:solidFill>
                <a:latin typeface="Arial"/>
                <a:ea typeface="Arial"/>
                <a:cs typeface="Arial"/>
                <a:sym typeface="Arial"/>
              </a:rPr>
              <a:t>“Una buena descripción de la arquitectura es aquella que comunica efectiva y consistentemente los aspectos claves de la arquitectura a los stakeholders apropiados”</a:t>
            </a:r>
            <a:endParaRPr/>
          </a:p>
        </p:txBody>
      </p:sp>
      <p:pic>
        <p:nvPicPr>
          <p:cNvPr descr="http://www.jobshadow.com/wp-content/uploads/image/iStock_000003757935XSmall.jpg" id="230" name="Google Shape;230;p8"/>
          <p:cNvPicPr preferRelativeResize="0"/>
          <p:nvPr>
            <p:ph idx="2" type="body"/>
          </p:nvPr>
        </p:nvPicPr>
        <p:blipFill rotWithShape="1">
          <a:blip r:embed="rId3">
            <a:alphaModFix/>
          </a:blip>
          <a:srcRect b="0" l="0" r="0" t="0"/>
          <a:stretch/>
        </p:blipFill>
        <p:spPr>
          <a:xfrm>
            <a:off x="4648200" y="2587625"/>
            <a:ext cx="4038600" cy="26749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9"/>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Intereses de los involucrados</a:t>
            </a:r>
            <a:br>
              <a:rPr b="1" i="0" lang="en-US" sz="3900" u="none">
                <a:solidFill>
                  <a:schemeClr val="dk2"/>
                </a:solidFill>
                <a:latin typeface="Arial"/>
                <a:ea typeface="Arial"/>
                <a:cs typeface="Arial"/>
                <a:sym typeface="Arial"/>
              </a:rPr>
            </a:br>
            <a:r>
              <a:rPr b="1" i="0" lang="en-US" sz="2400" u="none">
                <a:solidFill>
                  <a:schemeClr val="dk2"/>
                </a:solidFill>
                <a:latin typeface="Arial"/>
                <a:ea typeface="Arial"/>
                <a:cs typeface="Arial"/>
                <a:sym typeface="Arial"/>
              </a:rPr>
              <a:t>(Stakeholder concerns) - </a:t>
            </a:r>
            <a:r>
              <a:rPr b="1" i="0" lang="en-US" sz="2000" u="none">
                <a:solidFill>
                  <a:schemeClr val="dk2"/>
                </a:solidFill>
                <a:latin typeface="Arial"/>
                <a:ea typeface="Arial"/>
                <a:cs typeface="Arial"/>
                <a:sym typeface="Arial"/>
              </a:rPr>
              <a:t>costo-</a:t>
            </a:r>
            <a:r>
              <a:rPr lang="en-US" sz="2000"/>
              <a:t>tiempoEntrega</a:t>
            </a:r>
            <a:r>
              <a:rPr b="1" i="0" lang="en-US" sz="2000" u="none">
                <a:solidFill>
                  <a:schemeClr val="dk2"/>
                </a:solidFill>
                <a:latin typeface="Arial"/>
                <a:ea typeface="Arial"/>
                <a:cs typeface="Arial"/>
                <a:sym typeface="Arial"/>
              </a:rPr>
              <a:t>-calidad</a:t>
            </a:r>
            <a:endParaRPr sz="3500"/>
          </a:p>
        </p:txBody>
      </p:sp>
      <p:pic>
        <p:nvPicPr>
          <p:cNvPr id="236" name="Google Shape;236;p9"/>
          <p:cNvPicPr preferRelativeResize="0"/>
          <p:nvPr>
            <p:ph idx="1" type="body"/>
          </p:nvPr>
        </p:nvPicPr>
        <p:blipFill rotWithShape="1">
          <a:blip r:embed="rId3">
            <a:alphaModFix/>
          </a:blip>
          <a:srcRect b="0" l="0" r="0" t="0"/>
          <a:stretch/>
        </p:blipFill>
        <p:spPr>
          <a:xfrm>
            <a:off x="1905000" y="2514600"/>
            <a:ext cx="5413375" cy="3376612"/>
          </a:xfrm>
          <a:prstGeom prst="rect">
            <a:avLst/>
          </a:prstGeom>
          <a:noFill/>
          <a:ln>
            <a:noFill/>
          </a:ln>
        </p:spPr>
      </p:pic>
      <p:sp>
        <p:nvSpPr>
          <p:cNvPr id="237" name="Google Shape;237;p9"/>
          <p:cNvSpPr/>
          <p:nvPr/>
        </p:nvSpPr>
        <p:spPr>
          <a:xfrm>
            <a:off x="1143000" y="5497512"/>
            <a:ext cx="2057400" cy="785812"/>
          </a:xfrm>
          <a:prstGeom prst="wedgeRoundRectCallout">
            <a:avLst>
              <a:gd fmla="val 62293" name="adj1"/>
              <a:gd fmla="val -59737" name="adj2"/>
              <a:gd fmla="val 0" name="adj3"/>
            </a:avLst>
          </a:prstGeom>
          <a:gradFill>
            <a:gsLst>
              <a:gs pos="0">
                <a:srgbClr val="B8E2E2"/>
              </a:gs>
              <a:gs pos="35000">
                <a:srgbClr val="CEEAEA"/>
              </a:gs>
              <a:gs pos="100000">
                <a:srgbClr val="ECF7F7"/>
              </a:gs>
            </a:gsLst>
            <a:lin ang="16200000" scaled="0"/>
          </a:gradFill>
          <a:ln cap="flat" cmpd="sng" w="9525">
            <a:solidFill>
              <a:srgbClr val="629797"/>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Generalmente se seleccionan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0"/>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 Diseñando la arquitectura del sistema…</a:t>
            </a:r>
            <a:endParaRPr/>
          </a:p>
        </p:txBody>
      </p:sp>
      <p:sp>
        <p:nvSpPr>
          <p:cNvPr id="243" name="Google Shape;243;p10"/>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¿Cuáles son los elementos funcionales principales de la arquitectura que se está diseñando?</a:t>
            </a:r>
            <a:endParaRPr/>
          </a:p>
          <a:p>
            <a:pPr indent="-209550" lvl="0" marL="342900" marR="0" rtl="0" algn="l">
              <a:lnSpc>
                <a:spcPct val="100000"/>
              </a:lnSpc>
              <a:spcBef>
                <a:spcPts val="60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¿Cómo van a interactuar los elementos entre si y con otros elementos externos?</a:t>
            </a:r>
            <a:endParaRPr/>
          </a:p>
          <a:p>
            <a:pPr indent="-209550" lvl="0" marL="342900" marR="0" rtl="0" algn="l">
              <a:lnSpc>
                <a:spcPct val="100000"/>
              </a:lnSpc>
              <a:spcBef>
                <a:spcPts val="60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¿Qué información se debe administrar, almacenar y presentar?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1"/>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…Diseñando la arquitectura del sistema…</a:t>
            </a:r>
            <a:endParaRPr/>
          </a:p>
        </p:txBody>
      </p:sp>
      <p:sp>
        <p:nvSpPr>
          <p:cNvPr id="249" name="Google Shape;249;p11"/>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¿Qué hardware físico y elementos de software se requieren para soportar los elementos?</a:t>
            </a:r>
            <a:endParaRPr/>
          </a:p>
          <a:p>
            <a:pPr indent="-209550" lvl="0" marL="342900" marR="0" rtl="0" algn="l">
              <a:lnSpc>
                <a:spcPct val="100000"/>
              </a:lnSpc>
              <a:spcBef>
                <a:spcPts val="60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¿Qué características operacionales y capacidades se deben proveer?</a:t>
            </a:r>
            <a:endParaRPr/>
          </a:p>
          <a:p>
            <a:pPr indent="-209550" lvl="0" marL="342900" marR="0" rtl="0" algn="l">
              <a:lnSpc>
                <a:spcPct val="100000"/>
              </a:lnSpc>
              <a:spcBef>
                <a:spcPts val="60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¿Qué ambientes de desarrollo, pruebas, soporte y entrenamientos se deben proveer?</a:t>
            </a:r>
            <a:endParaRPr/>
          </a:p>
          <a:p>
            <a:pPr indent="-209550" lvl="0" marL="342900" marR="0" rtl="0" algn="l">
              <a:lnSpc>
                <a:spcPct val="100000"/>
              </a:lnSpc>
              <a:spcBef>
                <a:spcPts val="60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ba987593f0_0_0"/>
          <p:cNvSpPr txBox="1"/>
          <p:nvPr>
            <p:ph type="title"/>
          </p:nvPr>
        </p:nvSpPr>
        <p:spPr>
          <a:xfrm>
            <a:off x="457200" y="122237"/>
            <a:ext cx="7543800" cy="1295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Ejercicio en clase</a:t>
            </a:r>
            <a:endParaRPr/>
          </a:p>
        </p:txBody>
      </p:sp>
      <p:sp>
        <p:nvSpPr>
          <p:cNvPr id="256" name="Google Shape;256;g2ba987593f0_0_0"/>
          <p:cNvSpPr txBox="1"/>
          <p:nvPr>
            <p:ph idx="1" type="body"/>
          </p:nvPr>
        </p:nvSpPr>
        <p:spPr>
          <a:xfrm>
            <a:off x="457200" y="1719263"/>
            <a:ext cx="4038600" cy="44118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lang="en-US" sz="1500"/>
              <a:t>Van a construir el piloto para una app móvil para que los clientes de una cadena de comida rápida pueda hacer sus órdenes, los usuarios pueden:</a:t>
            </a:r>
            <a:endParaRPr sz="1500"/>
          </a:p>
          <a:p>
            <a:pPr indent="-323850" lvl="0" marL="457200" rtl="0" algn="l">
              <a:spcBef>
                <a:spcPts val="560"/>
              </a:spcBef>
              <a:spcAft>
                <a:spcPts val="0"/>
              </a:spcAft>
              <a:buSzPts val="1500"/>
              <a:buChar char="●"/>
            </a:pPr>
            <a:r>
              <a:rPr lang="en-US" sz="1500"/>
              <a:t>Consultar</a:t>
            </a:r>
            <a:r>
              <a:rPr lang="en-US" sz="1500"/>
              <a:t> el menú, si </a:t>
            </a:r>
            <a:r>
              <a:rPr lang="en-US" sz="1500"/>
              <a:t>están</a:t>
            </a:r>
            <a:r>
              <a:rPr lang="en-US" sz="1500"/>
              <a:t> registrados agregar productos a carretilla</a:t>
            </a:r>
            <a:endParaRPr sz="1500"/>
          </a:p>
          <a:p>
            <a:pPr indent="-323850" lvl="0" marL="457200" rtl="0" algn="l">
              <a:spcBef>
                <a:spcPts val="0"/>
              </a:spcBef>
              <a:spcAft>
                <a:spcPts val="0"/>
              </a:spcAft>
              <a:buSzPts val="1500"/>
              <a:buChar char="●"/>
            </a:pPr>
            <a:r>
              <a:rPr lang="en-US" sz="1500"/>
              <a:t>Registrarse e ingresar hasta 3 direcciones diferentes de entrega, la orden va al restaurante más cercano</a:t>
            </a:r>
            <a:endParaRPr sz="1500"/>
          </a:p>
          <a:p>
            <a:pPr indent="-323850" lvl="0" marL="457200" rtl="0" algn="l">
              <a:spcBef>
                <a:spcPts val="0"/>
              </a:spcBef>
              <a:spcAft>
                <a:spcPts val="0"/>
              </a:spcAft>
              <a:buSzPts val="1500"/>
              <a:buChar char="●"/>
            </a:pPr>
            <a:r>
              <a:rPr lang="en-US" sz="1500"/>
              <a:t>Pagar con tarjetas de crédito Visa y Mastercard</a:t>
            </a:r>
            <a:endParaRPr sz="1500"/>
          </a:p>
          <a:p>
            <a:pPr indent="-323850" lvl="0" marL="457200" rtl="0" algn="l">
              <a:spcBef>
                <a:spcPts val="0"/>
              </a:spcBef>
              <a:spcAft>
                <a:spcPts val="0"/>
              </a:spcAft>
              <a:buSzPts val="1500"/>
              <a:buChar char="●"/>
            </a:pPr>
            <a:r>
              <a:rPr lang="en-US" sz="1500"/>
              <a:t>Obtener su factura electrónica cuando se confirme el cobro</a:t>
            </a:r>
            <a:endParaRPr sz="1500"/>
          </a:p>
          <a:p>
            <a:pPr indent="-323850" lvl="0" marL="457200" rtl="0" algn="l">
              <a:spcBef>
                <a:spcPts val="0"/>
              </a:spcBef>
              <a:spcAft>
                <a:spcPts val="0"/>
              </a:spcAft>
              <a:buSzPts val="1500"/>
              <a:buChar char="●"/>
            </a:pPr>
            <a:r>
              <a:rPr lang="en-US" sz="1500"/>
              <a:t>Ver el estado de las órdenes</a:t>
            </a:r>
            <a:endParaRPr sz="1500"/>
          </a:p>
          <a:p>
            <a:pPr indent="0" lvl="0" marL="0" rtl="0" algn="l">
              <a:spcBef>
                <a:spcPts val="560"/>
              </a:spcBef>
              <a:spcAft>
                <a:spcPts val="0"/>
              </a:spcAft>
              <a:buNone/>
            </a:pPr>
            <a:r>
              <a:rPr lang="en-US" sz="1500"/>
              <a:t>Se desea obtener información de compra de los usuarios de la app para más adelante expandir el producto, se iniciará habilitando entregas en zona 5, 10, 13, 14 y 15</a:t>
            </a:r>
            <a:endParaRPr sz="1500"/>
          </a:p>
          <a:p>
            <a:pPr indent="0" lvl="0" marL="0" rtl="0" algn="l">
              <a:spcBef>
                <a:spcPts val="560"/>
              </a:spcBef>
              <a:spcAft>
                <a:spcPts val="0"/>
              </a:spcAft>
              <a:buNone/>
            </a:pPr>
            <a:r>
              <a:t/>
            </a:r>
            <a:endParaRPr sz="1500"/>
          </a:p>
        </p:txBody>
      </p:sp>
      <p:sp>
        <p:nvSpPr>
          <p:cNvPr id="257" name="Google Shape;257;g2ba987593f0_0_0"/>
          <p:cNvSpPr txBox="1"/>
          <p:nvPr>
            <p:ph idx="2" type="body"/>
          </p:nvPr>
        </p:nvSpPr>
        <p:spPr>
          <a:xfrm>
            <a:off x="4648200" y="1719263"/>
            <a:ext cx="4038600" cy="4411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2600"/>
          </a:p>
          <a:p>
            <a:pPr indent="-393700" lvl="0" marL="457200" rtl="0" algn="l">
              <a:spcBef>
                <a:spcPts val="0"/>
              </a:spcBef>
              <a:spcAft>
                <a:spcPts val="0"/>
              </a:spcAft>
              <a:buSzPts val="2600"/>
              <a:buChar char="●"/>
            </a:pPr>
            <a:r>
              <a:rPr lang="en-US" sz="2600"/>
              <a:t>Identificar stakeholders</a:t>
            </a:r>
            <a:endParaRPr sz="2600"/>
          </a:p>
          <a:p>
            <a:pPr indent="-393700" lvl="0" marL="457200" rtl="0" algn="l">
              <a:spcBef>
                <a:spcPts val="0"/>
              </a:spcBef>
              <a:spcAft>
                <a:spcPts val="0"/>
              </a:spcAft>
              <a:buSzPts val="2600"/>
              <a:buChar char="●"/>
            </a:pPr>
            <a:r>
              <a:rPr lang="en-US" sz="2600"/>
              <a:t>Identificar necesidades/intereses de los stakeholders</a:t>
            </a:r>
            <a:endParaRPr sz="2600"/>
          </a:p>
          <a:p>
            <a:pPr indent="-393700" lvl="0" marL="457200" rtl="0" algn="l">
              <a:spcBef>
                <a:spcPts val="0"/>
              </a:spcBef>
              <a:spcAft>
                <a:spcPts val="0"/>
              </a:spcAft>
              <a:buSzPts val="2600"/>
              <a:buChar char="●"/>
            </a:pPr>
            <a:r>
              <a:rPr lang="en-US" sz="2600"/>
              <a:t>Identificar aspectos estructurales estáticos</a:t>
            </a:r>
            <a:endParaRPr sz="2600"/>
          </a:p>
          <a:p>
            <a:pPr indent="-393700" lvl="0" marL="457200" rtl="0" algn="l">
              <a:spcBef>
                <a:spcPts val="0"/>
              </a:spcBef>
              <a:spcAft>
                <a:spcPts val="0"/>
              </a:spcAft>
              <a:buSzPts val="2600"/>
              <a:buChar char="●"/>
            </a:pPr>
            <a:r>
              <a:rPr lang="en-US" sz="2600"/>
              <a:t>Identificar aspectos estructurales dinámicos</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2"/>
          <p:cNvSpPr txBox="1"/>
          <p:nvPr>
            <p:ph type="title"/>
          </p:nvPr>
        </p:nvSpPr>
        <p:spPr>
          <a:xfrm>
            <a:off x="722312" y="4406900"/>
            <a:ext cx="7772400" cy="13620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VIEWPOINTS AND VIEWS</a:t>
            </a:r>
            <a:endParaRPr/>
          </a:p>
        </p:txBody>
      </p:sp>
      <p:sp>
        <p:nvSpPr>
          <p:cNvPr id="263" name="Google Shape;263;p12"/>
          <p:cNvSpPr txBox="1"/>
          <p:nvPr>
            <p:ph idx="1" type="body"/>
          </p:nvPr>
        </p:nvSpPr>
        <p:spPr>
          <a:xfrm>
            <a:off x="722312" y="2906712"/>
            <a:ext cx="7772400" cy="1500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2000" u="none">
                <a:solidFill>
                  <a:schemeClr val="dk1"/>
                </a:solidFill>
                <a:latin typeface="Arial"/>
                <a:ea typeface="Arial"/>
                <a:cs typeface="Arial"/>
                <a:sym typeface="Arial"/>
              </a:rPr>
              <a:t>Puntos de vista y vistas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3"/>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Punto de vista</a:t>
            </a:r>
            <a:endParaRPr/>
          </a:p>
        </p:txBody>
      </p:sp>
      <p:sp>
        <p:nvSpPr>
          <p:cNvPr id="269" name="Google Shape;269;p13"/>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100"/>
              <a:buFont typeface="Noto Sans Symbols"/>
              <a:buNone/>
            </a:pPr>
            <a:r>
              <a:rPr b="0" i="0" lang="en-US" sz="3000" u="none">
                <a:solidFill>
                  <a:schemeClr val="dk1"/>
                </a:solidFill>
                <a:latin typeface="Arial"/>
                <a:ea typeface="Arial"/>
                <a:cs typeface="Arial"/>
                <a:sym typeface="Arial"/>
              </a:rPr>
              <a:t>Colección de patrones, plantillas y convenciones para construir un tipo de vista.  Define el conjunto de interesados que reflejan el punto de vista, las guías, principios y modelos para construir las vistas.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4"/>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Agrupando los puntos de vista</a:t>
            </a:r>
            <a:endParaRPr/>
          </a:p>
        </p:txBody>
      </p:sp>
      <p:pic>
        <p:nvPicPr>
          <p:cNvPr id="275" name="Google Shape;275;p14"/>
          <p:cNvPicPr preferRelativeResize="0"/>
          <p:nvPr>
            <p:ph idx="1" type="body"/>
          </p:nvPr>
        </p:nvPicPr>
        <p:blipFill rotWithShape="1">
          <a:blip r:embed="rId3">
            <a:alphaModFix/>
          </a:blip>
          <a:srcRect b="0" l="0" r="0" t="0"/>
          <a:stretch/>
        </p:blipFill>
        <p:spPr>
          <a:xfrm>
            <a:off x="442912" y="1905000"/>
            <a:ext cx="8385175" cy="37226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7"/>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Vista</a:t>
            </a:r>
            <a:endParaRPr/>
          </a:p>
        </p:txBody>
      </p:sp>
      <p:sp>
        <p:nvSpPr>
          <p:cNvPr id="281" name="Google Shape;281;p17"/>
          <p:cNvSpPr txBox="1"/>
          <p:nvPr>
            <p:ph idx="1" type="body"/>
          </p:nvPr>
        </p:nvSpPr>
        <p:spPr>
          <a:xfrm>
            <a:off x="457200" y="1719262"/>
            <a:ext cx="8458200" cy="209073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100"/>
              <a:buFont typeface="Noto Sans Symbols"/>
              <a:buNone/>
            </a:pPr>
            <a:r>
              <a:rPr b="0" i="0" lang="en-US" sz="3000" u="none">
                <a:solidFill>
                  <a:schemeClr val="dk1"/>
                </a:solidFill>
                <a:latin typeface="Arial"/>
                <a:ea typeface="Arial"/>
                <a:cs typeface="Arial"/>
                <a:sym typeface="Arial"/>
              </a:rPr>
              <a:t>Representación de uno o más aspectos estructurales de la arquitectura que ilustra cómo la arquitectura direcciona uno o más intereses para uno o más involucrados</a:t>
            </a:r>
            <a:endParaRPr/>
          </a:p>
        </p:txBody>
      </p:sp>
      <p:pic>
        <p:nvPicPr>
          <p:cNvPr descr="http://www.123plans.co.uk/uploads/frontend/media/pictures/header-photo-08.jpg" id="282" name="Google Shape;282;p17"/>
          <p:cNvPicPr preferRelativeResize="0"/>
          <p:nvPr/>
        </p:nvPicPr>
        <p:blipFill rotWithShape="1">
          <a:blip r:embed="rId3">
            <a:alphaModFix/>
          </a:blip>
          <a:srcRect b="0" l="0" r="0" t="0"/>
          <a:stretch/>
        </p:blipFill>
        <p:spPr>
          <a:xfrm>
            <a:off x="4686300" y="4105275"/>
            <a:ext cx="3927475" cy="2243137"/>
          </a:xfrm>
          <a:prstGeom prst="rect">
            <a:avLst/>
          </a:prstGeom>
          <a:noFill/>
          <a:ln>
            <a:noFill/>
          </a:ln>
        </p:spPr>
      </p:pic>
      <p:cxnSp>
        <p:nvCxnSpPr>
          <p:cNvPr id="283" name="Google Shape;283;p17"/>
          <p:cNvCxnSpPr/>
          <p:nvPr/>
        </p:nvCxnSpPr>
        <p:spPr>
          <a:xfrm rot="10800000">
            <a:off x="3962400" y="4419600"/>
            <a:ext cx="1295400" cy="152400"/>
          </a:xfrm>
          <a:prstGeom prst="straightConnector1">
            <a:avLst/>
          </a:prstGeom>
          <a:noFill/>
          <a:ln cap="flat" cmpd="sng" w="9525">
            <a:solidFill>
              <a:srgbClr val="CCCC00"/>
            </a:solidFill>
            <a:prstDash val="solid"/>
            <a:miter lim="800000"/>
            <a:headEnd len="sm" w="sm" type="none"/>
            <a:tailEnd len="med" w="med" type="triangle"/>
          </a:ln>
        </p:spPr>
      </p:cxnSp>
      <p:pic>
        <p:nvPicPr>
          <p:cNvPr descr="http://www.nlsd.us/how_it_works_files/image005.jpg" id="284" name="Google Shape;284;p17"/>
          <p:cNvPicPr preferRelativeResize="0"/>
          <p:nvPr/>
        </p:nvPicPr>
        <p:blipFill rotWithShape="1">
          <a:blip r:embed="rId4">
            <a:alphaModFix/>
          </a:blip>
          <a:srcRect b="0" l="0" r="0" t="0"/>
          <a:stretch/>
        </p:blipFill>
        <p:spPr>
          <a:xfrm>
            <a:off x="936625" y="3935412"/>
            <a:ext cx="2054225" cy="1406525"/>
          </a:xfrm>
          <a:prstGeom prst="rect">
            <a:avLst/>
          </a:prstGeom>
          <a:noFill/>
          <a:ln>
            <a:noFill/>
          </a:ln>
        </p:spPr>
      </p:pic>
      <p:pic>
        <p:nvPicPr>
          <p:cNvPr descr="http://www.srelect.com/images/picture-of-electrical-circuit-1.jpg" id="285" name="Google Shape;285;p17"/>
          <p:cNvPicPr preferRelativeResize="0"/>
          <p:nvPr/>
        </p:nvPicPr>
        <p:blipFill rotWithShape="1">
          <a:blip r:embed="rId5">
            <a:alphaModFix/>
          </a:blip>
          <a:srcRect b="0" l="0" r="0" t="0"/>
          <a:stretch/>
        </p:blipFill>
        <p:spPr>
          <a:xfrm>
            <a:off x="2924175" y="5341937"/>
            <a:ext cx="1944687" cy="1449387"/>
          </a:xfrm>
          <a:prstGeom prst="rect">
            <a:avLst/>
          </a:prstGeom>
          <a:noFill/>
          <a:ln>
            <a:noFill/>
          </a:ln>
        </p:spPr>
      </p:pic>
      <p:cxnSp>
        <p:nvCxnSpPr>
          <p:cNvPr id="286" name="Google Shape;286;p17"/>
          <p:cNvCxnSpPr/>
          <p:nvPr/>
        </p:nvCxnSpPr>
        <p:spPr>
          <a:xfrm flipH="1">
            <a:off x="4868862" y="6348412"/>
            <a:ext cx="998537" cy="128587"/>
          </a:xfrm>
          <a:prstGeom prst="straightConnector1">
            <a:avLst/>
          </a:prstGeom>
          <a:noFill/>
          <a:ln cap="flat" cmpd="sng" w="9525">
            <a:solidFill>
              <a:srgbClr val="CCCC00"/>
            </a:solidFill>
            <a:prstDash val="solid"/>
            <a:miter lim="800000"/>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8"/>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Beneficios de usar vistas y puntos de vista</a:t>
            </a:r>
            <a:endParaRPr/>
          </a:p>
        </p:txBody>
      </p:sp>
      <p:sp>
        <p:nvSpPr>
          <p:cNvPr id="292" name="Google Shape;292;p18"/>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209550" lvl="0" marL="342900" marR="0" rtl="0" algn="l">
              <a:lnSpc>
                <a:spcPct val="100000"/>
              </a:lnSpc>
              <a:spcBef>
                <a:spcPts val="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Separación de intereses.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Comunicación con los interesados.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Administración de la complejidad.</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Mejorar el enfoque del desarrollador: se construye el software adecuado de manera adecuada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5"/>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Ejemplo de la vista de información</a:t>
            </a:r>
            <a:endParaRPr/>
          </a:p>
        </p:txBody>
      </p:sp>
      <p:graphicFrame>
        <p:nvGraphicFramePr>
          <p:cNvPr id="298" name="Google Shape;298;p15"/>
          <p:cNvGraphicFramePr/>
          <p:nvPr/>
        </p:nvGraphicFramePr>
        <p:xfrm>
          <a:off x="685800" y="1981200"/>
          <a:ext cx="3000000" cy="3000000"/>
        </p:xfrm>
        <a:graphic>
          <a:graphicData uri="http://schemas.openxmlformats.org/drawingml/2006/table">
            <a:tbl>
              <a:tblPr>
                <a:noFill/>
                <a:tableStyleId>{751C3F3A-9F51-407F-9854-7C7099990D67}</a:tableStyleId>
              </a:tblPr>
              <a:tblGrid>
                <a:gridCol w="2209800"/>
                <a:gridCol w="5334000"/>
              </a:tblGrid>
              <a:tr h="9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Definición</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Describe la manera en que la arquitectura almacena, manipula, administra y distribuye información</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173672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Intereses (concerns)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215"/>
                      </a:schemeClr>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Estructura y contenido de la información, flujo de la información, pertenencia de la información, permanencia, latencia, edad; referencias y mapeos, administración y recuperación de transacciones, calidad de la data, volumen de la data, archivos y retención de data; regulación</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215"/>
                      </a:schemeClr>
                    </a:solidFill>
                  </a:tcPr>
                </a:tc>
              </a:tr>
              <a:tr h="14636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Modelos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Modelos estructurales de data estática, modelos de flujo de información, modelos de ciclo de vida de la información, modelos de pertenencia de la data, análisis de calidad de la data, modelos de metadata, modelos volumétricos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6"/>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Continuación de la vista de información</a:t>
            </a:r>
            <a:endParaRPr/>
          </a:p>
        </p:txBody>
      </p:sp>
      <p:graphicFrame>
        <p:nvGraphicFramePr>
          <p:cNvPr id="304" name="Google Shape;304;p16"/>
          <p:cNvGraphicFramePr/>
          <p:nvPr/>
        </p:nvGraphicFramePr>
        <p:xfrm>
          <a:off x="609600" y="1905000"/>
          <a:ext cx="3000000" cy="3000000"/>
        </p:xfrm>
        <a:graphic>
          <a:graphicData uri="http://schemas.openxmlformats.org/drawingml/2006/table">
            <a:tbl>
              <a:tblPr>
                <a:noFill/>
                <a:tableStyleId>{751C3F3A-9F51-407F-9854-7C7099990D67}</a:tableStyleId>
              </a:tblPr>
              <a:tblGrid>
                <a:gridCol w="2209800"/>
                <a:gridCol w="5334000"/>
              </a:tblGrid>
              <a:tr h="1463675">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Problemas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Incompatibilidades en data, calidad baja en la data, necesidad de actualización multiple inevitable, deficiencias en el manejo de llaves, baja latencia de información, complejidad de interfaces, volumétricos inadecuados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Interesados (stakeholders)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215"/>
                      </a:schemeClr>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Developers, personal de mantenimiento y operaciones, la mayoría de interesados tienen algún nivel de interés.</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9215"/>
                      </a:schemeClr>
                    </a:solidFill>
                  </a:tcPr>
                </a:tc>
              </a:tr>
              <a:tr h="639750">
                <a:tc>
                  <a:txBody>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Aplicabilidad</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Cualquier sistema que tiene necesidad de administrar más que información trivial</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bl>
          </a:graphicData>
        </a:graphic>
      </p:graphicFrame>
      <p:sp>
        <p:nvSpPr>
          <p:cNvPr id="305" name="Google Shape;305;p16"/>
          <p:cNvSpPr txBox="1"/>
          <p:nvPr/>
        </p:nvSpPr>
        <p:spPr>
          <a:xfrm>
            <a:off x="609600" y="5486400"/>
            <a:ext cx="64643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Leer del libro de Eoin Woods, Software Systems architecture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working with Stakeholders, views and perspectives.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1e5a6456026_0_1"/>
          <p:cNvSpPr txBox="1"/>
          <p:nvPr>
            <p:ph type="title"/>
          </p:nvPr>
        </p:nvSpPr>
        <p:spPr>
          <a:xfrm>
            <a:off x="457200" y="122237"/>
            <a:ext cx="7543800" cy="1295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Ejercicio en clase</a:t>
            </a:r>
            <a:endParaRPr/>
          </a:p>
        </p:txBody>
      </p:sp>
      <p:sp>
        <p:nvSpPr>
          <p:cNvPr id="312" name="Google Shape;312;g1e5a6456026_0_1"/>
          <p:cNvSpPr txBox="1"/>
          <p:nvPr>
            <p:ph idx="1" type="body"/>
          </p:nvPr>
        </p:nvSpPr>
        <p:spPr>
          <a:xfrm>
            <a:off x="547250" y="1679800"/>
            <a:ext cx="6695400" cy="4831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Ir al catálogo de vistas, Parte 3, página 219 </a:t>
            </a:r>
            <a:r>
              <a:rPr lang="en-US" sz="2400"/>
              <a:t>(</a:t>
            </a:r>
            <a:r>
              <a:rPr lang="en-US" sz="1200"/>
              <a:t>Li</a:t>
            </a:r>
            <a:r>
              <a:rPr lang="en-US" sz="1200"/>
              <a:t>bro de Eoin Woods, Software Systems architecture </a:t>
            </a:r>
            <a:endParaRPr sz="800"/>
          </a:p>
          <a:p>
            <a:pPr indent="0" lvl="0" marL="0" rtl="0" algn="l">
              <a:spcBef>
                <a:spcPts val="0"/>
              </a:spcBef>
              <a:spcAft>
                <a:spcPts val="0"/>
              </a:spcAft>
              <a:buNone/>
            </a:pPr>
            <a:r>
              <a:rPr lang="en-US" sz="1200"/>
              <a:t>working with Stakeholders, views and perspectives.</a:t>
            </a:r>
            <a:r>
              <a:rPr lang="en-US" sz="2400"/>
              <a:t>)</a:t>
            </a:r>
            <a:r>
              <a:rPr lang="en-US"/>
              <a:t> </a:t>
            </a:r>
            <a:endParaRPr/>
          </a:p>
          <a:p>
            <a:pPr indent="0" lvl="0" marL="0" rtl="0" algn="l">
              <a:spcBef>
                <a:spcPts val="0"/>
              </a:spcBef>
              <a:spcAft>
                <a:spcPts val="0"/>
              </a:spcAft>
              <a:buNone/>
            </a:pPr>
            <a:r>
              <a:rPr lang="en-US"/>
              <a:t>y escoger </a:t>
            </a:r>
            <a:r>
              <a:rPr lang="en-US" u="sng"/>
              <a:t>2 vistas</a:t>
            </a:r>
            <a:r>
              <a:rPr lang="en-US"/>
              <a:t> (NO puede ser la de información, NO puede ser la funcional) y escribir:</a:t>
            </a:r>
            <a:endParaRPr/>
          </a:p>
          <a:p>
            <a:pPr indent="-342900" lvl="0" marL="457200" rtl="0" algn="l">
              <a:spcBef>
                <a:spcPts val="0"/>
              </a:spcBef>
              <a:spcAft>
                <a:spcPts val="0"/>
              </a:spcAft>
              <a:buSzPts val="1800"/>
              <a:buChar char="●"/>
            </a:pPr>
            <a:r>
              <a:rPr lang="en-US" sz="1800"/>
              <a:t>Definición</a:t>
            </a:r>
            <a:endParaRPr sz="1400">
              <a:solidFill>
                <a:srgbClr val="000000"/>
              </a:solidFill>
            </a:endParaRPr>
          </a:p>
          <a:p>
            <a:pPr indent="-342900" lvl="0" marL="457200" rtl="0" algn="l">
              <a:spcBef>
                <a:spcPts val="0"/>
              </a:spcBef>
              <a:spcAft>
                <a:spcPts val="0"/>
              </a:spcAft>
              <a:buSzPts val="1800"/>
              <a:buChar char="●"/>
            </a:pPr>
            <a:r>
              <a:rPr lang="en-US" sz="1800"/>
              <a:t>Intereses (concerns)</a:t>
            </a:r>
            <a:endParaRPr sz="1400">
              <a:solidFill>
                <a:srgbClr val="000000"/>
              </a:solidFill>
            </a:endParaRPr>
          </a:p>
          <a:p>
            <a:pPr indent="-342900" lvl="0" marL="457200" rtl="0" algn="l">
              <a:spcBef>
                <a:spcPts val="0"/>
              </a:spcBef>
              <a:spcAft>
                <a:spcPts val="0"/>
              </a:spcAft>
              <a:buSzPts val="1800"/>
              <a:buChar char="●"/>
            </a:pPr>
            <a:r>
              <a:rPr lang="en-US" sz="1800"/>
              <a:t>Modelos</a:t>
            </a:r>
            <a:endParaRPr sz="1800"/>
          </a:p>
          <a:p>
            <a:pPr indent="-342900" lvl="0" marL="457200" rtl="0" algn="l">
              <a:spcBef>
                <a:spcPts val="0"/>
              </a:spcBef>
              <a:spcAft>
                <a:spcPts val="0"/>
              </a:spcAft>
              <a:buSzPts val="1800"/>
              <a:buChar char="●"/>
            </a:pPr>
            <a:r>
              <a:rPr lang="en-US" sz="1800"/>
              <a:t>Problemas</a:t>
            </a:r>
            <a:endParaRPr sz="1400">
              <a:solidFill>
                <a:srgbClr val="000000"/>
              </a:solidFill>
            </a:endParaRPr>
          </a:p>
          <a:p>
            <a:pPr indent="-342900" lvl="0" marL="457200" rtl="0" algn="l">
              <a:spcBef>
                <a:spcPts val="0"/>
              </a:spcBef>
              <a:spcAft>
                <a:spcPts val="0"/>
              </a:spcAft>
              <a:buSzPts val="1800"/>
              <a:buChar char="●"/>
            </a:pPr>
            <a:r>
              <a:rPr lang="en-US" sz="1800"/>
              <a:t>Interesados (stakeholders)</a:t>
            </a:r>
            <a:endParaRPr sz="1400">
              <a:solidFill>
                <a:srgbClr val="000000"/>
              </a:solidFill>
            </a:endParaRPr>
          </a:p>
          <a:p>
            <a:pPr indent="-342900" lvl="0" marL="457200" rtl="0" algn="l">
              <a:spcBef>
                <a:spcPts val="0"/>
              </a:spcBef>
              <a:spcAft>
                <a:spcPts val="0"/>
              </a:spcAft>
              <a:buSzPts val="1800"/>
              <a:buChar char="●"/>
            </a:pPr>
            <a:r>
              <a:rPr lang="en-US" sz="1800"/>
              <a:t>Aplicabilidad</a:t>
            </a:r>
            <a:endParaRPr sz="1400">
              <a:solidFill>
                <a:srgbClr val="000000"/>
              </a:solidFill>
            </a:endParaRPr>
          </a:p>
          <a:p>
            <a:pPr indent="0" lvl="0" marL="0" rtl="0" algn="l">
              <a:spcBef>
                <a:spcPts val="0"/>
              </a:spcBef>
              <a:spcAft>
                <a:spcPts val="0"/>
              </a:spcAft>
              <a:buNone/>
            </a:pPr>
            <a:r>
              <a:t/>
            </a:r>
            <a:endParaRPr b="1" sz="1800"/>
          </a:p>
          <a:p>
            <a:pPr indent="0" lvl="0" marL="0" rtl="0" algn="l">
              <a:spcBef>
                <a:spcPts val="36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9"/>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Perspectiva de arquitectura</a:t>
            </a:r>
            <a:endParaRPr/>
          </a:p>
        </p:txBody>
      </p:sp>
      <p:sp>
        <p:nvSpPr>
          <p:cNvPr id="318" name="Google Shape;318;p19"/>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Colección de actividades, tácticas, guías que son utilizadas para asegurar que el sistema exhibe un conjunto relacionado de propiedades de calidad que requieren consideración a través de varias vistas de la arquitectura.</a:t>
            </a:r>
            <a:endParaRPr/>
          </a:p>
        </p:txBody>
      </p:sp>
      <p:sp>
        <p:nvSpPr>
          <p:cNvPr id="319" name="Google Shape;319;p19"/>
          <p:cNvSpPr/>
          <p:nvPr/>
        </p:nvSpPr>
        <p:spPr>
          <a:xfrm>
            <a:off x="5181600" y="4745037"/>
            <a:ext cx="2971800" cy="1708150"/>
          </a:xfrm>
          <a:prstGeom prst="wedgeRoundRectCallout">
            <a:avLst>
              <a:gd fmla="val -68679" name="adj1"/>
              <a:gd fmla="val 3311" name="adj2"/>
              <a:gd fmla="val 0" name="adj3"/>
            </a:avLst>
          </a:prstGeom>
          <a:gradFill>
            <a:gsLst>
              <a:gs pos="0">
                <a:srgbClr val="FFFF90"/>
              </a:gs>
              <a:gs pos="35000">
                <a:srgbClr val="FFFFB2"/>
              </a:gs>
              <a:gs pos="100000">
                <a:srgbClr val="FFFFE0"/>
              </a:gs>
            </a:gsLst>
            <a:lin ang="16200000" scaled="0"/>
          </a:gradFill>
          <a:ln cap="flat" cmpd="sng" w="9525">
            <a:solidFill>
              <a:srgbClr val="CCCC00"/>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 les conoce también como “intereses transversales”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(cross-cutting concerns)</a:t>
            </a:r>
            <a:endParaRPr b="0" i="0" sz="1400" u="none" cap="none" strike="noStrike">
              <a:solidFill>
                <a:srgbClr val="000000"/>
              </a:solidFill>
              <a:latin typeface="Arial"/>
              <a:ea typeface="Arial"/>
              <a:cs typeface="Arial"/>
              <a:sym typeface="Arial"/>
            </a:endParaRPr>
          </a:p>
        </p:txBody>
      </p:sp>
      <p:pic>
        <p:nvPicPr>
          <p:cNvPr descr="https://hellokeshav.files.wordpress.com/2015/02/cross-cutting-concerns1.jpg" id="320" name="Google Shape;320;p19"/>
          <p:cNvPicPr preferRelativeResize="0"/>
          <p:nvPr/>
        </p:nvPicPr>
        <p:blipFill rotWithShape="1">
          <a:blip r:embed="rId3">
            <a:alphaModFix/>
          </a:blip>
          <a:srcRect b="0" l="0" r="0" t="0"/>
          <a:stretch/>
        </p:blipFill>
        <p:spPr>
          <a:xfrm>
            <a:off x="1214437" y="4864100"/>
            <a:ext cx="3209925" cy="1428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20"/>
          <p:cNvPicPr preferRelativeResize="0"/>
          <p:nvPr/>
        </p:nvPicPr>
        <p:blipFill rotWithShape="1">
          <a:blip r:embed="rId3">
            <a:alphaModFix/>
          </a:blip>
          <a:srcRect b="0" l="0" r="0" t="0"/>
          <a:stretch/>
        </p:blipFill>
        <p:spPr>
          <a:xfrm>
            <a:off x="533400" y="381000"/>
            <a:ext cx="7153275" cy="63103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21"/>
          <p:cNvPicPr preferRelativeResize="0"/>
          <p:nvPr/>
        </p:nvPicPr>
        <p:blipFill>
          <a:blip r:embed="rId3">
            <a:alphaModFix/>
          </a:blip>
          <a:stretch>
            <a:fillRect/>
          </a:stretch>
        </p:blipFill>
        <p:spPr>
          <a:xfrm>
            <a:off x="152400" y="152400"/>
            <a:ext cx="6757407" cy="655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2"/>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Beneficios de usar perspectivas</a:t>
            </a:r>
            <a:endParaRPr/>
          </a:p>
        </p:txBody>
      </p:sp>
      <p:sp>
        <p:nvSpPr>
          <p:cNvPr id="336" name="Google Shape;336;p22"/>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960"/>
              <a:buFont typeface="Noto Sans Symbols"/>
              <a:buChar char="●"/>
            </a:pPr>
            <a:r>
              <a:rPr b="0" i="0" lang="en-US" sz="2800" u="none">
                <a:solidFill>
                  <a:schemeClr val="dk1"/>
                </a:solidFill>
                <a:latin typeface="Arial"/>
                <a:ea typeface="Arial"/>
                <a:cs typeface="Arial"/>
                <a:sym typeface="Arial"/>
              </a:rPr>
              <a:t>Proveer convenciones comunes, medidas o notación de lenguaje para describir la calidad del sistema.  Ej. Al hablar de desempeño usamos, tiempo de respuesta, latencia, rendimiento.</a:t>
            </a:r>
            <a:endParaRPr/>
          </a:p>
          <a:p>
            <a:pPr indent="-342900" lvl="0" marL="342900" marR="0" rtl="0" algn="l">
              <a:lnSpc>
                <a:spcPct val="100000"/>
              </a:lnSpc>
              <a:spcBef>
                <a:spcPts val="560"/>
              </a:spcBef>
              <a:spcAft>
                <a:spcPts val="0"/>
              </a:spcAft>
              <a:buClr>
                <a:schemeClr val="dk2"/>
              </a:buClr>
              <a:buSzPts val="1960"/>
              <a:buFont typeface="Noto Sans Symbols"/>
              <a:buChar char="●"/>
            </a:pPr>
            <a:r>
              <a:rPr b="0" i="0" lang="en-US" sz="2800" u="none">
                <a:solidFill>
                  <a:schemeClr val="dk1"/>
                </a:solidFill>
                <a:latin typeface="Arial"/>
                <a:ea typeface="Arial"/>
                <a:cs typeface="Arial"/>
                <a:sym typeface="Arial"/>
              </a:rPr>
              <a:t>Ayuda a guiar las decisiones de arquitectura desde varios puntos de vista.</a:t>
            </a:r>
            <a:endParaRPr/>
          </a:p>
          <a:p>
            <a:pPr indent="-342900" lvl="0" marL="342900" marR="0" rtl="0" algn="l">
              <a:lnSpc>
                <a:spcPct val="100000"/>
              </a:lnSpc>
              <a:spcBef>
                <a:spcPts val="560"/>
              </a:spcBef>
              <a:spcAft>
                <a:spcPts val="0"/>
              </a:spcAft>
              <a:buClr>
                <a:schemeClr val="dk2"/>
              </a:buClr>
              <a:buSzPts val="1960"/>
              <a:buFont typeface="Noto Sans Symbols"/>
              <a:buChar char="●"/>
            </a:pPr>
            <a:r>
              <a:rPr b="0" i="0" lang="en-US" sz="2800" u="none">
                <a:solidFill>
                  <a:schemeClr val="dk1"/>
                </a:solidFill>
                <a:latin typeface="Arial"/>
                <a:ea typeface="Arial"/>
                <a:cs typeface="Arial"/>
                <a:sym typeface="Arial"/>
              </a:rPr>
              <a:t>Describe como validar la arquitectura demostrando el cumplimiento de los requerimientos a través de cada vista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3"/>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Algunas perspectivas</a:t>
            </a:r>
            <a:endParaRPr/>
          </a:p>
        </p:txBody>
      </p:sp>
      <p:sp>
        <p:nvSpPr>
          <p:cNvPr id="342" name="Google Shape;342;p23"/>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Accesibilidad</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Disponibilidad y resistencia</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Evolución</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Internacionalización</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Desempeño y escalabilidad</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Regulación</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Seguridad</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Usabilidad</a:t>
            </a:r>
            <a:endParaRPr/>
          </a:p>
          <a:p>
            <a:pPr indent="-209550" lvl="0" marL="342900" marR="0" rtl="0" algn="l">
              <a:lnSpc>
                <a:spcPct val="100000"/>
              </a:lnSpc>
              <a:spcBef>
                <a:spcPts val="600"/>
              </a:spcBef>
              <a:spcAft>
                <a:spcPts val="0"/>
              </a:spcAft>
              <a:buClr>
                <a:schemeClr val="dk2"/>
              </a:buClr>
              <a:buSzPts val="2100"/>
              <a:buFont typeface="Noto Sans Symbols"/>
              <a:buNone/>
            </a:pPr>
            <a:r>
              <a:t/>
            </a:r>
            <a:endParaRPr b="0" i="0" sz="3000" u="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4"/>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Volviendo al ejemplo de la línea aérea</a:t>
            </a:r>
            <a:endParaRPr/>
          </a:p>
        </p:txBody>
      </p:sp>
      <p:sp>
        <p:nvSpPr>
          <p:cNvPr id="348" name="Google Shape;348;p24"/>
          <p:cNvSpPr txBox="1"/>
          <p:nvPr>
            <p:ph idx="1" type="body"/>
          </p:nvPr>
        </p:nvSpPr>
        <p:spPr>
          <a:xfrm>
            <a:off x="457200" y="1719262"/>
            <a:ext cx="5867400" cy="4833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Características del sistema:</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La información del sistema está distribuido en varios sistemas en localidades físicas diferentes.</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Debe soportar varios y diferentes dispositivos de ingreso de información.</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El sistema debe poder presentar la información en diferentes lenguajes</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El sistema debe tener la capacidad de imprimir tickets y otros documentos en diferentes tipos de impresoras</a:t>
            </a:r>
            <a:endParaRPr/>
          </a:p>
          <a:p>
            <a:pPr indent="-347662" lvl="1" marL="692150" marR="0" rtl="0" algn="l">
              <a:lnSpc>
                <a:spcPct val="100000"/>
              </a:lnSpc>
              <a:spcBef>
                <a:spcPts val="400"/>
              </a:spcBef>
              <a:spcAft>
                <a:spcPts val="0"/>
              </a:spcAft>
              <a:buClr>
                <a:schemeClr val="accent2"/>
              </a:buClr>
              <a:buSzPts val="1400"/>
              <a:buFont typeface="Noto Sans Symbols"/>
              <a:buChar char="●"/>
            </a:pPr>
            <a:r>
              <a:rPr b="0" i="0" lang="en-US" sz="2000" u="none" cap="none" strike="noStrike">
                <a:solidFill>
                  <a:schemeClr val="dk1"/>
                </a:solidFill>
                <a:latin typeface="Arial"/>
                <a:ea typeface="Arial"/>
                <a:cs typeface="Arial"/>
                <a:sym typeface="Arial"/>
              </a:rPr>
              <a:t>Se deben tomar en cuenta regulaciones internacionales</a:t>
            </a:r>
            <a:endParaRPr/>
          </a:p>
        </p:txBody>
      </p:sp>
      <p:sp>
        <p:nvSpPr>
          <p:cNvPr id="349" name="Google Shape;349;p24"/>
          <p:cNvSpPr/>
          <p:nvPr/>
        </p:nvSpPr>
        <p:spPr>
          <a:xfrm>
            <a:off x="6781800" y="1981200"/>
            <a:ext cx="2057400" cy="4038600"/>
          </a:xfrm>
          <a:prstGeom prst="wedgeRoundRectCallout">
            <a:avLst>
              <a:gd fmla="val -78086" name="adj1"/>
              <a:gd fmla="val 12881" name="adj2"/>
              <a:gd fmla="val 0" name="adj3"/>
            </a:avLst>
          </a:prstGeom>
          <a:solidFill>
            <a:schemeClr val="lt1"/>
          </a:solidFill>
          <a:ln cap="flat" cmpd="sng" w="25400">
            <a:solidFill>
              <a:srgbClr val="5C8A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¿Podemos describir esta arquitectura en un diagrama?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6"/>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Ejercicio</a:t>
            </a:r>
            <a:endParaRPr/>
          </a:p>
        </p:txBody>
      </p:sp>
      <p:sp>
        <p:nvSpPr>
          <p:cNvPr id="355" name="Google Shape;355;p26"/>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stakeholders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aspectos estructurales estáticos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aspectos estructurales dinámicos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intereses (concerns)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vistas</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puntos de vista</a:t>
            </a:r>
            <a:endParaRPr/>
          </a:p>
          <a:p>
            <a:pPr indent="-342900" lvl="0" marL="342900" marR="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Identificar perspectivas (cross-cutting concerns)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2009-07-27T22:07:43Z</dcterms:created>
  <dc:creator>30070042</dc:creator>
</cp:coreProperties>
</file>