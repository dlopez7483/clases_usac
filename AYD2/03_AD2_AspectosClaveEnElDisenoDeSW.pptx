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0"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jenJ0ck81U32zNJSJ96O5DgB70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7"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1befd1d1c6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1befd1d1c6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21befd1d1c6_0_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1befd1d1c6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1befd1d1c6_0_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21befd1d1c6_0_29: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1befd1d1c6_0_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g21befd1d1c6_0_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1befd1d1c6_0_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21befd1d1c6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20"/>
          <p:cNvSpPr txBox="1"/>
          <p:nvPr>
            <p:ph type="ctrTitle"/>
          </p:nvPr>
        </p:nvSpPr>
        <p:spPr>
          <a:xfrm>
            <a:off x="1130595" y="2404534"/>
            <a:ext cx="5826719" cy="1646302"/>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sz="5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0"/>
          <p:cNvSpPr txBox="1"/>
          <p:nvPr>
            <p:ph idx="1" type="subTitle"/>
          </p:nvPr>
        </p:nvSpPr>
        <p:spPr>
          <a:xfrm>
            <a:off x="1130595" y="4050834"/>
            <a:ext cx="5826719" cy="1096899"/>
          </a:xfrm>
          <a:prstGeom prst="rect">
            <a:avLst/>
          </a:prstGeom>
          <a:noFill/>
          <a:ln>
            <a:noFill/>
          </a:ln>
        </p:spPr>
        <p:txBody>
          <a:bodyPr anchorCtr="0" anchor="t" bIns="45700" lIns="91425" spcFirstLastPara="1" rIns="91425" wrap="square" tIns="45700">
            <a:noAutofit/>
          </a:bodyPr>
          <a:lstStyle>
            <a:lvl1pPr lvl="0" algn="r">
              <a:lnSpc>
                <a:spcPct val="100000"/>
              </a:lnSpc>
              <a:spcBef>
                <a:spcPts val="1000"/>
              </a:spcBef>
              <a:spcAft>
                <a:spcPts val="0"/>
              </a:spcAft>
              <a:buSzPts val="1440"/>
              <a:buNone/>
              <a:defRPr>
                <a:solidFill>
                  <a:srgbClr val="7F7F7F"/>
                </a:solidFill>
              </a:defRPr>
            </a:lvl1pPr>
            <a:lvl2pPr lvl="1" algn="ctr">
              <a:lnSpc>
                <a:spcPct val="100000"/>
              </a:lnSpc>
              <a:spcBef>
                <a:spcPts val="1000"/>
              </a:spcBef>
              <a:spcAft>
                <a:spcPts val="0"/>
              </a:spcAft>
              <a:buSzPts val="1280"/>
              <a:buNone/>
              <a:defRPr>
                <a:solidFill>
                  <a:srgbClr val="888888"/>
                </a:solidFill>
              </a:defRPr>
            </a:lvl2pPr>
            <a:lvl3pPr lvl="2" algn="ctr">
              <a:lnSpc>
                <a:spcPct val="100000"/>
              </a:lnSpc>
              <a:spcBef>
                <a:spcPts val="1000"/>
              </a:spcBef>
              <a:spcAft>
                <a:spcPts val="0"/>
              </a:spcAft>
              <a:buSzPts val="1120"/>
              <a:buNone/>
              <a:defRPr>
                <a:solidFill>
                  <a:srgbClr val="888888"/>
                </a:solidFill>
              </a:defRPr>
            </a:lvl3pPr>
            <a:lvl4pPr lvl="3" algn="ctr">
              <a:lnSpc>
                <a:spcPct val="100000"/>
              </a:lnSpc>
              <a:spcBef>
                <a:spcPts val="1000"/>
              </a:spcBef>
              <a:spcAft>
                <a:spcPts val="0"/>
              </a:spcAft>
              <a:buSzPts val="960"/>
              <a:buNone/>
              <a:defRPr>
                <a:solidFill>
                  <a:srgbClr val="888888"/>
                </a:solidFill>
              </a:defRPr>
            </a:lvl4pPr>
            <a:lvl5pPr lvl="4" algn="ctr">
              <a:lnSpc>
                <a:spcPct val="100000"/>
              </a:lnSpc>
              <a:spcBef>
                <a:spcPts val="1000"/>
              </a:spcBef>
              <a:spcAft>
                <a:spcPts val="0"/>
              </a:spcAft>
              <a:buSzPts val="960"/>
              <a:buNone/>
              <a:defRPr>
                <a:solidFill>
                  <a:srgbClr val="888888"/>
                </a:solidFill>
              </a:defRPr>
            </a:lvl5pPr>
            <a:lvl6pPr lvl="5" algn="ctr">
              <a:lnSpc>
                <a:spcPct val="100000"/>
              </a:lnSpc>
              <a:spcBef>
                <a:spcPts val="1000"/>
              </a:spcBef>
              <a:spcAft>
                <a:spcPts val="0"/>
              </a:spcAft>
              <a:buSzPts val="960"/>
              <a:buNone/>
              <a:defRPr>
                <a:solidFill>
                  <a:srgbClr val="888888"/>
                </a:solidFill>
              </a:defRPr>
            </a:lvl6pPr>
            <a:lvl7pPr lvl="6" algn="ctr">
              <a:lnSpc>
                <a:spcPct val="100000"/>
              </a:lnSpc>
              <a:spcBef>
                <a:spcPts val="1000"/>
              </a:spcBef>
              <a:spcAft>
                <a:spcPts val="0"/>
              </a:spcAft>
              <a:buSzPts val="960"/>
              <a:buNone/>
              <a:defRPr>
                <a:solidFill>
                  <a:srgbClr val="888888"/>
                </a:solidFill>
              </a:defRPr>
            </a:lvl7pPr>
            <a:lvl8pPr lvl="7" algn="ctr">
              <a:lnSpc>
                <a:spcPct val="100000"/>
              </a:lnSpc>
              <a:spcBef>
                <a:spcPts val="1000"/>
              </a:spcBef>
              <a:spcAft>
                <a:spcPts val="0"/>
              </a:spcAft>
              <a:buSzPts val="960"/>
              <a:buNone/>
              <a:defRPr>
                <a:solidFill>
                  <a:srgbClr val="888888"/>
                </a:solidFill>
              </a:defRPr>
            </a:lvl8pPr>
            <a:lvl9pPr lvl="8" algn="ctr">
              <a:lnSpc>
                <a:spcPct val="100000"/>
              </a:lnSpc>
              <a:spcBef>
                <a:spcPts val="1000"/>
              </a:spcBef>
              <a:spcAft>
                <a:spcPts val="0"/>
              </a:spcAft>
              <a:buSzPts val="960"/>
              <a:buNone/>
              <a:defRPr>
                <a:solidFill>
                  <a:srgbClr val="888888"/>
                </a:solidFill>
              </a:defRPr>
            </a:lvl9pPr>
          </a:lstStyle>
          <a:p/>
        </p:txBody>
      </p:sp>
      <p:sp>
        <p:nvSpPr>
          <p:cNvPr id="29" name="Google Shape;29;p20"/>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22"/>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 type="body"/>
          </p:nvPr>
        </p:nvSpPr>
        <p:spPr>
          <a:xfrm>
            <a:off x="609600" y="2160587"/>
            <a:ext cx="6348412" cy="3881437"/>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52" name="Google Shape;52;p22"/>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23"/>
          <p:cNvSpPr txBox="1"/>
          <p:nvPr>
            <p:ph type="title"/>
          </p:nvPr>
        </p:nvSpPr>
        <p:spPr>
          <a:xfrm>
            <a:off x="609598" y="2700868"/>
            <a:ext cx="6347715" cy="182658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 type="body"/>
          </p:nvPr>
        </p:nvSpPr>
        <p:spPr>
          <a:xfrm>
            <a:off x="609598" y="4527448"/>
            <a:ext cx="6347715" cy="8604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SzPts val="1600"/>
              <a:buNone/>
              <a:defRPr sz="2000">
                <a:solidFill>
                  <a:srgbClr val="7F7F7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58" name="Google Shape;58;p23"/>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24"/>
          <p:cNvSpPr txBox="1"/>
          <p:nvPr>
            <p:ph type="title"/>
          </p:nvPr>
        </p:nvSpPr>
        <p:spPr>
          <a:xfrm>
            <a:off x="609600" y="609600"/>
            <a:ext cx="6347714" cy="1320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 type="body"/>
          </p:nvPr>
        </p:nvSpPr>
        <p:spPr>
          <a:xfrm>
            <a:off x="609600" y="2160589"/>
            <a:ext cx="3088109" cy="3880772"/>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64" name="Google Shape;64;p24"/>
          <p:cNvSpPr txBox="1"/>
          <p:nvPr>
            <p:ph idx="2" type="body"/>
          </p:nvPr>
        </p:nvSpPr>
        <p:spPr>
          <a:xfrm>
            <a:off x="3869204" y="2160590"/>
            <a:ext cx="3088110" cy="388077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65" name="Google Shape;65;p24"/>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27"/>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28"/>
          <p:cNvSpPr txBox="1"/>
          <p:nvPr>
            <p:ph type="title"/>
          </p:nvPr>
        </p:nvSpPr>
        <p:spPr>
          <a:xfrm rot="5400000">
            <a:off x="3840993" y="2745919"/>
            <a:ext cx="5251451" cy="9788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581386" y="637812"/>
            <a:ext cx="5251451" cy="5195026"/>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75" name="Google Shape;75;p28"/>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9"/>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1843087" y="927099"/>
            <a:ext cx="3881437" cy="6348412"/>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81" name="Google Shape;81;p29"/>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84" name="Shape 84"/>
        <p:cNvGrpSpPr/>
        <p:nvPr/>
      </p:nvGrpSpPr>
      <p:grpSpPr>
        <a:xfrm>
          <a:off x="0" y="0"/>
          <a:ext cx="0" cy="0"/>
          <a:chOff x="0" y="0"/>
          <a:chExt cx="0" cy="0"/>
        </a:xfrm>
      </p:grpSpPr>
      <p:sp>
        <p:nvSpPr>
          <p:cNvPr id="85" name="Google Shape;85;p30"/>
          <p:cNvSpPr txBox="1"/>
          <p:nvPr>
            <p:ph type="title"/>
          </p:nvPr>
        </p:nvSpPr>
        <p:spPr>
          <a:xfrm>
            <a:off x="615848" y="609600"/>
            <a:ext cx="6341465" cy="3022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0"/>
          <p:cNvSpPr txBox="1"/>
          <p:nvPr>
            <p:ph idx="1" type="body"/>
          </p:nvPr>
        </p:nvSpPr>
        <p:spPr>
          <a:xfrm>
            <a:off x="609597" y="4013200"/>
            <a:ext cx="6347716" cy="514248"/>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Font typeface="Trebuchet MS"/>
              <a:buNone/>
              <a:defRPr sz="2400">
                <a:solidFill>
                  <a:schemeClr val="accent1"/>
                </a:solidFill>
              </a:defRPr>
            </a:lvl1pPr>
            <a:lvl2pPr indent="-228600" lvl="1" marL="914400" algn="l">
              <a:lnSpc>
                <a:spcPct val="100000"/>
              </a:lnSpc>
              <a:spcBef>
                <a:spcPts val="1000"/>
              </a:spcBef>
              <a:spcAft>
                <a:spcPts val="0"/>
              </a:spcAft>
              <a:buSzPts val="1280"/>
              <a:buFont typeface="Trebuchet MS"/>
              <a:buNone/>
              <a:defRPr/>
            </a:lvl2pPr>
            <a:lvl3pPr indent="-228600" lvl="2" marL="1371600" algn="l">
              <a:lnSpc>
                <a:spcPct val="100000"/>
              </a:lnSpc>
              <a:spcBef>
                <a:spcPts val="1000"/>
              </a:spcBef>
              <a:spcAft>
                <a:spcPts val="0"/>
              </a:spcAft>
              <a:buSzPts val="1120"/>
              <a:buFont typeface="Trebuchet MS"/>
              <a:buNone/>
              <a:defRPr/>
            </a:lvl3pPr>
            <a:lvl4pPr indent="-228600" lvl="3" marL="1828800" algn="l">
              <a:lnSpc>
                <a:spcPct val="100000"/>
              </a:lnSpc>
              <a:spcBef>
                <a:spcPts val="1000"/>
              </a:spcBef>
              <a:spcAft>
                <a:spcPts val="0"/>
              </a:spcAft>
              <a:buSzPts val="960"/>
              <a:buFont typeface="Trebuchet MS"/>
              <a:buNone/>
              <a:defRPr/>
            </a:lvl4pPr>
            <a:lvl5pPr indent="-228600" lvl="4" marL="2286000" algn="l">
              <a:lnSpc>
                <a:spcPct val="100000"/>
              </a:lnSpc>
              <a:spcBef>
                <a:spcPts val="1000"/>
              </a:spcBef>
              <a:spcAft>
                <a:spcPts val="0"/>
              </a:spcAft>
              <a:buSzPts val="960"/>
              <a:buFont typeface="Trebuchet MS"/>
              <a:buNone/>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87" name="Google Shape;87;p30"/>
          <p:cNvSpPr txBox="1"/>
          <p:nvPr>
            <p:ph idx="2"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7F7F7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88" name="Google Shape;88;p30"/>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0"/>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0"/>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1" name="Shape 91"/>
        <p:cNvGrpSpPr/>
        <p:nvPr/>
      </p:nvGrpSpPr>
      <p:grpSpPr>
        <a:xfrm>
          <a:off x="0" y="0"/>
          <a:ext cx="0" cy="0"/>
          <a:chOff x="0" y="0"/>
          <a:chExt cx="0" cy="0"/>
        </a:xfrm>
      </p:grpSpPr>
      <p:sp>
        <p:nvSpPr>
          <p:cNvPr id="92" name="Google Shape;92;p31"/>
          <p:cNvSpPr txBox="1"/>
          <p:nvPr>
            <p:ph type="title"/>
          </p:nvPr>
        </p:nvSpPr>
        <p:spPr>
          <a:xfrm>
            <a:off x="609598" y="1931988"/>
            <a:ext cx="6347715" cy="259546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1"/>
          <p:cNvSpPr txBox="1"/>
          <p:nvPr>
            <p:ph idx="1"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3F3F3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94" name="Google Shape;94;p31"/>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1"/>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1"/>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32"/>
          <p:cNvSpPr txBox="1"/>
          <p:nvPr>
            <p:ph type="title"/>
          </p:nvPr>
        </p:nvSpPr>
        <p:spPr>
          <a:xfrm>
            <a:off x="609600" y="609600"/>
            <a:ext cx="6347714" cy="3403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2"/>
          <p:cNvSpPr txBox="1"/>
          <p:nvPr>
            <p:ph idx="1" type="body"/>
          </p:nvPr>
        </p:nvSpPr>
        <p:spPr>
          <a:xfrm>
            <a:off x="609600" y="4470400"/>
            <a:ext cx="6347714" cy="1570962"/>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3F3F3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00" name="Google Shape;100;p32"/>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2"/>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2"/>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3" name="Shape 103"/>
        <p:cNvGrpSpPr/>
        <p:nvPr/>
      </p:nvGrpSpPr>
      <p:grpSpPr>
        <a:xfrm>
          <a:off x="0" y="0"/>
          <a:ext cx="0" cy="0"/>
          <a:chOff x="0" y="0"/>
          <a:chExt cx="0" cy="0"/>
        </a:xfrm>
      </p:grpSpPr>
      <p:sp>
        <p:nvSpPr>
          <p:cNvPr id="104" name="Google Shape;104;p33"/>
          <p:cNvSpPr txBox="1"/>
          <p:nvPr>
            <p:ph type="title"/>
          </p:nvPr>
        </p:nvSpPr>
        <p:spPr>
          <a:xfrm>
            <a:off x="609599" y="4800600"/>
            <a:ext cx="6347714"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3"/>
          <p:cNvSpPr/>
          <p:nvPr>
            <p:ph idx="2" type="pic"/>
          </p:nvPr>
        </p:nvSpPr>
        <p:spPr>
          <a:xfrm>
            <a:off x="609599" y="609600"/>
            <a:ext cx="6347714" cy="3845718"/>
          </a:xfrm>
          <a:prstGeom prst="rect">
            <a:avLst/>
          </a:prstGeom>
          <a:noFill/>
          <a:ln>
            <a:noFill/>
          </a:ln>
        </p:spPr>
      </p:sp>
      <p:sp>
        <p:nvSpPr>
          <p:cNvPr id="106" name="Google Shape;106;p33"/>
          <p:cNvSpPr txBox="1"/>
          <p:nvPr>
            <p:ph idx="1" type="body"/>
          </p:nvPr>
        </p:nvSpPr>
        <p:spPr>
          <a:xfrm>
            <a:off x="609599" y="5367338"/>
            <a:ext cx="6347714" cy="67402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7" name="Google Shape;107;p33"/>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3"/>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3"/>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0" name="Shape 110"/>
        <p:cNvGrpSpPr/>
        <p:nvPr/>
      </p:nvGrpSpPr>
      <p:grpSpPr>
        <a:xfrm>
          <a:off x="0" y="0"/>
          <a:ext cx="0" cy="0"/>
          <a:chOff x="0" y="0"/>
          <a:chExt cx="0" cy="0"/>
        </a:xfrm>
      </p:grpSpPr>
      <p:sp>
        <p:nvSpPr>
          <p:cNvPr id="111" name="Google Shape;111;p34"/>
          <p:cNvSpPr txBox="1"/>
          <p:nvPr>
            <p:ph type="title"/>
          </p:nvPr>
        </p:nvSpPr>
        <p:spPr>
          <a:xfrm>
            <a:off x="609599" y="1498604"/>
            <a:ext cx="2790182" cy="127846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4"/>
          <p:cNvSpPr txBox="1"/>
          <p:nvPr>
            <p:ph idx="1" type="body"/>
          </p:nvPr>
        </p:nvSpPr>
        <p:spPr>
          <a:xfrm>
            <a:off x="3571275" y="514925"/>
            <a:ext cx="3386037" cy="5526437"/>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13" name="Google Shape;113;p34"/>
          <p:cNvSpPr txBox="1"/>
          <p:nvPr>
            <p:ph idx="2" type="body"/>
          </p:nvPr>
        </p:nvSpPr>
        <p:spPr>
          <a:xfrm>
            <a:off x="609599" y="2777069"/>
            <a:ext cx="2790182" cy="258444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840"/>
              <a:buNone/>
              <a:defRPr sz="1050"/>
            </a:lvl2pPr>
            <a:lvl3pPr indent="-228600" lvl="2" marL="1371600" algn="l">
              <a:lnSpc>
                <a:spcPct val="100000"/>
              </a:lnSpc>
              <a:spcBef>
                <a:spcPts val="1000"/>
              </a:spcBef>
              <a:spcAft>
                <a:spcPts val="0"/>
              </a:spcAft>
              <a:buSzPts val="720"/>
              <a:buNone/>
              <a:defRPr sz="900"/>
            </a:lvl3pPr>
            <a:lvl4pPr indent="-228600" lvl="3" marL="1828800" algn="l">
              <a:lnSpc>
                <a:spcPct val="100000"/>
              </a:lnSpc>
              <a:spcBef>
                <a:spcPts val="1000"/>
              </a:spcBef>
              <a:spcAft>
                <a:spcPts val="0"/>
              </a:spcAft>
              <a:buSzPts val="600"/>
              <a:buNone/>
              <a:defRPr sz="750"/>
            </a:lvl4pPr>
            <a:lvl5pPr indent="-228600" lvl="4" marL="2286000" algn="l">
              <a:lnSpc>
                <a:spcPct val="100000"/>
              </a:lnSpc>
              <a:spcBef>
                <a:spcPts val="1000"/>
              </a:spcBef>
              <a:spcAft>
                <a:spcPts val="0"/>
              </a:spcAft>
              <a:buSzPts val="600"/>
              <a:buNone/>
              <a:defRPr sz="750"/>
            </a:lvl5pPr>
            <a:lvl6pPr indent="-228600" lvl="5" marL="2743200" algn="l">
              <a:lnSpc>
                <a:spcPct val="100000"/>
              </a:lnSpc>
              <a:spcBef>
                <a:spcPts val="1000"/>
              </a:spcBef>
              <a:spcAft>
                <a:spcPts val="0"/>
              </a:spcAft>
              <a:buSzPts val="600"/>
              <a:buNone/>
              <a:defRPr sz="750"/>
            </a:lvl6pPr>
            <a:lvl7pPr indent="-228600" lvl="6" marL="3200400" algn="l">
              <a:lnSpc>
                <a:spcPct val="100000"/>
              </a:lnSpc>
              <a:spcBef>
                <a:spcPts val="1000"/>
              </a:spcBef>
              <a:spcAft>
                <a:spcPts val="0"/>
              </a:spcAft>
              <a:buSzPts val="600"/>
              <a:buNone/>
              <a:defRPr sz="750"/>
            </a:lvl7pPr>
            <a:lvl8pPr indent="-228600" lvl="7" marL="3657600" algn="l">
              <a:lnSpc>
                <a:spcPct val="100000"/>
              </a:lnSpc>
              <a:spcBef>
                <a:spcPts val="1000"/>
              </a:spcBef>
              <a:spcAft>
                <a:spcPts val="0"/>
              </a:spcAft>
              <a:buSzPts val="600"/>
              <a:buNone/>
              <a:defRPr sz="750"/>
            </a:lvl8pPr>
            <a:lvl9pPr indent="-228600" lvl="8" marL="4114800" algn="l">
              <a:lnSpc>
                <a:spcPct val="100000"/>
              </a:lnSpc>
              <a:spcBef>
                <a:spcPts val="1000"/>
              </a:spcBef>
              <a:spcAft>
                <a:spcPts val="0"/>
              </a:spcAft>
              <a:buSzPts val="600"/>
              <a:buNone/>
              <a:defRPr sz="750"/>
            </a:lvl9pPr>
          </a:lstStyle>
          <a:p/>
        </p:txBody>
      </p:sp>
      <p:sp>
        <p:nvSpPr>
          <p:cNvPr id="114" name="Google Shape;114;p34"/>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4"/>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4"/>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35"/>
          <p:cNvSpPr txBox="1"/>
          <p:nvPr>
            <p:ph type="title"/>
          </p:nvPr>
        </p:nvSpPr>
        <p:spPr>
          <a:xfrm>
            <a:off x="609599" y="609600"/>
            <a:ext cx="6347714" cy="1320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5"/>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5"/>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5"/>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2" name="Shape 122"/>
        <p:cNvGrpSpPr/>
        <p:nvPr/>
      </p:nvGrpSpPr>
      <p:grpSpPr>
        <a:xfrm>
          <a:off x="0" y="0"/>
          <a:ext cx="0" cy="0"/>
          <a:chOff x="0" y="0"/>
          <a:chExt cx="0" cy="0"/>
        </a:xfrm>
      </p:grpSpPr>
      <p:sp>
        <p:nvSpPr>
          <p:cNvPr id="123" name="Google Shape;123;p36"/>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6"/>
          <p:cNvSpPr txBox="1"/>
          <p:nvPr>
            <p:ph idx="1" type="body"/>
          </p:nvPr>
        </p:nvSpPr>
        <p:spPr>
          <a:xfrm>
            <a:off x="609599" y="2160983"/>
            <a:ext cx="3090672"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5" name="Google Shape;125;p36"/>
          <p:cNvSpPr txBox="1"/>
          <p:nvPr>
            <p:ph idx="2" type="body"/>
          </p:nvPr>
        </p:nvSpPr>
        <p:spPr>
          <a:xfrm>
            <a:off x="609599" y="2737246"/>
            <a:ext cx="3090672" cy="3304117"/>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26" name="Google Shape;126;p36"/>
          <p:cNvSpPr txBox="1"/>
          <p:nvPr>
            <p:ph idx="3" type="body"/>
          </p:nvPr>
        </p:nvSpPr>
        <p:spPr>
          <a:xfrm>
            <a:off x="3866640" y="2160983"/>
            <a:ext cx="3090672"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7" name="Google Shape;127;p36"/>
          <p:cNvSpPr txBox="1"/>
          <p:nvPr>
            <p:ph idx="4" type="body"/>
          </p:nvPr>
        </p:nvSpPr>
        <p:spPr>
          <a:xfrm>
            <a:off x="3866640" y="2737246"/>
            <a:ext cx="3090672" cy="3304117"/>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28" name="Google Shape;128;p36"/>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6"/>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6"/>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48" name="Shape 148"/>
        <p:cNvGrpSpPr/>
        <p:nvPr/>
      </p:nvGrpSpPr>
      <p:grpSpPr>
        <a:xfrm>
          <a:off x="0" y="0"/>
          <a:ext cx="0" cy="0"/>
          <a:chOff x="0" y="0"/>
          <a:chExt cx="0" cy="0"/>
        </a:xfrm>
      </p:grpSpPr>
      <p:sp>
        <p:nvSpPr>
          <p:cNvPr id="149" name="Google Shape;149;p26"/>
          <p:cNvSpPr txBox="1"/>
          <p:nvPr>
            <p:ph type="title"/>
          </p:nvPr>
        </p:nvSpPr>
        <p:spPr>
          <a:xfrm>
            <a:off x="457200" y="122238"/>
            <a:ext cx="7543800" cy="1295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26"/>
          <p:cNvSpPr txBox="1"/>
          <p:nvPr>
            <p:ph idx="1" type="body"/>
          </p:nvPr>
        </p:nvSpPr>
        <p:spPr>
          <a:xfrm>
            <a:off x="457200" y="1719263"/>
            <a:ext cx="4038600" cy="4411662"/>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51" name="Google Shape;151;p26"/>
          <p:cNvSpPr txBox="1"/>
          <p:nvPr>
            <p:ph idx="2" type="body"/>
          </p:nvPr>
        </p:nvSpPr>
        <p:spPr>
          <a:xfrm>
            <a:off x="4648200" y="1719263"/>
            <a:ext cx="4038600" cy="4411662"/>
          </a:xfrm>
          <a:prstGeom prst="rect">
            <a:avLst/>
          </a:prstGeom>
          <a:noFill/>
          <a:ln>
            <a:noFill/>
          </a:ln>
        </p:spPr>
        <p:txBody>
          <a:bodyPr anchorCtr="0" anchor="t" bIns="45700" lIns="91425" spcFirstLastPara="1" rIns="91425" wrap="square" tIns="45700">
            <a:no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52" name="Google Shape;152;p26"/>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6"/>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6"/>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4.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9"/>
          <p:cNvGrpSpPr/>
          <p:nvPr/>
        </p:nvGrpSpPr>
        <p:grpSpPr>
          <a:xfrm>
            <a:off x="-7937" y="-7937"/>
            <a:ext cx="9169400" cy="6873875"/>
            <a:chOff x="-8466" y="-8468"/>
            <a:chExt cx="9169804" cy="6874935"/>
          </a:xfrm>
        </p:grpSpPr>
        <p:cxnSp>
          <p:nvCxnSpPr>
            <p:cNvPr id="11" name="Google Shape;11;p19"/>
            <p:cNvCxnSpPr/>
            <p:nvPr/>
          </p:nvCxnSpPr>
          <p:spPr>
            <a:xfrm flipH="1" rot="10800000">
              <a:off x="5130498" y="4175239"/>
              <a:ext cx="4022902" cy="2683288"/>
            </a:xfrm>
            <a:prstGeom prst="straightConnector1">
              <a:avLst/>
            </a:prstGeom>
            <a:noFill/>
            <a:ln cap="rnd" cmpd="sng" w="9525">
              <a:solidFill>
                <a:srgbClr val="D9D9D9"/>
              </a:solidFill>
              <a:prstDash val="solid"/>
              <a:miter lim="800000"/>
              <a:headEnd len="sm" w="sm" type="none"/>
              <a:tailEnd len="sm" w="sm" type="none"/>
            </a:ln>
          </p:spPr>
        </p:cxnSp>
        <p:cxnSp>
          <p:nvCxnSpPr>
            <p:cNvPr id="12" name="Google Shape;12;p19"/>
            <p:cNvCxnSpPr/>
            <p:nvPr/>
          </p:nvCxnSpPr>
          <p:spPr>
            <a:xfrm>
              <a:off x="7041932" y="-529"/>
              <a:ext cx="1219254" cy="6859057"/>
            </a:xfrm>
            <a:prstGeom prst="straightConnector1">
              <a:avLst/>
            </a:prstGeom>
            <a:noFill/>
            <a:ln cap="rnd" cmpd="sng" w="9525">
              <a:solidFill>
                <a:srgbClr val="BFBFBF"/>
              </a:solidFill>
              <a:prstDash val="solid"/>
              <a:miter lim="800000"/>
              <a:headEnd len="sm" w="sm" type="none"/>
              <a:tailEnd len="sm" w="sm" type="none"/>
            </a:ln>
          </p:spPr>
        </p:cxnSp>
        <p:sp>
          <p:nvSpPr>
            <p:cNvPr id="13" name="Google Shape;13;p19"/>
            <p:cNvSpPr/>
            <p:nvPr/>
          </p:nvSpPr>
          <p:spPr>
            <a:xfrm>
              <a:off x="6891113" y="-529"/>
              <a:ext cx="2270225" cy="686699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019"/>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19"/>
            <p:cNvSpPr/>
            <p:nvPr/>
          </p:nvSpPr>
          <p:spPr>
            <a:xfrm>
              <a:off x="7205452" y="-8468"/>
              <a:ext cx="1947948" cy="6866996"/>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882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19"/>
            <p:cNvSpPr/>
            <p:nvPr/>
          </p:nvSpPr>
          <p:spPr>
            <a:xfrm>
              <a:off x="6638689" y="3919613"/>
              <a:ext cx="2513123" cy="2938915"/>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098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19"/>
            <p:cNvSpPr/>
            <p:nvPr/>
          </p:nvSpPr>
          <p:spPr>
            <a:xfrm>
              <a:off x="7010180" y="-8468"/>
              <a:ext cx="2143219" cy="6866996"/>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9">
                <a:alpha val="6901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19"/>
            <p:cNvSpPr/>
            <p:nvPr/>
          </p:nvSpPr>
          <p:spPr>
            <a:xfrm>
              <a:off x="8296112" y="-8468"/>
              <a:ext cx="857288" cy="6866996"/>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C0E474">
                <a:alpha val="6901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 name="Google Shape;18;p19"/>
            <p:cNvSpPr/>
            <p:nvPr/>
          </p:nvSpPr>
          <p:spPr>
            <a:xfrm>
              <a:off x="8077027" y="-8468"/>
              <a:ext cx="1066847" cy="6866996"/>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3921"/>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 name="Google Shape;19;p19"/>
            <p:cNvSpPr/>
            <p:nvPr/>
          </p:nvSpPr>
          <p:spPr>
            <a:xfrm>
              <a:off x="8059565" y="4894488"/>
              <a:ext cx="1095423" cy="1964040"/>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7882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19"/>
            <p:cNvSpPr/>
            <p:nvPr/>
          </p:nvSpPr>
          <p:spPr>
            <a:xfrm>
              <a:off x="-8466" y="-8468"/>
              <a:ext cx="863639" cy="5698416"/>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83921"/>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1" name="Google Shape;21;p19"/>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2" name="Google Shape;22;p19"/>
          <p:cNvSpPr txBox="1"/>
          <p:nvPr>
            <p:ph idx="1" type="body"/>
          </p:nvPr>
        </p:nvSpPr>
        <p:spPr>
          <a:xfrm>
            <a:off x="609600" y="2160587"/>
            <a:ext cx="6348412" cy="3881437"/>
          </a:xfrm>
          <a:prstGeom prst="rect">
            <a:avLst/>
          </a:prstGeom>
          <a:noFill/>
          <a:ln>
            <a:noFill/>
          </a:ln>
        </p:spPr>
        <p:txBody>
          <a:bodyPr anchorCtr="0" anchor="t" bIns="45700" lIns="91425" spcFirstLastPara="1" rIns="91425" wrap="square" tIns="45700">
            <a:no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404040"/>
                </a:solidFill>
                <a:latin typeface="Trebuchet MS"/>
                <a:ea typeface="Trebuchet MS"/>
                <a:cs typeface="Trebuchet MS"/>
                <a:sym typeface="Trebuchet MS"/>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404040"/>
                </a:solidFill>
                <a:latin typeface="Trebuchet MS"/>
                <a:ea typeface="Trebuchet MS"/>
                <a:cs typeface="Trebuchet MS"/>
                <a:sym typeface="Trebuchet MS"/>
              </a:defRPr>
            </a:lvl2pPr>
            <a:lvl3pPr indent="-299719"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404040"/>
                </a:solidFill>
                <a:latin typeface="Trebuchet MS"/>
                <a:ea typeface="Trebuchet MS"/>
                <a:cs typeface="Trebuchet MS"/>
                <a:sym typeface="Trebuchet MS"/>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404040"/>
                </a:solidFill>
                <a:latin typeface="Trebuchet MS"/>
                <a:ea typeface="Trebuchet MS"/>
                <a:cs typeface="Trebuchet MS"/>
                <a:sym typeface="Trebuchet MS"/>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404040"/>
                </a:solidFill>
                <a:latin typeface="Trebuchet MS"/>
                <a:ea typeface="Trebuchet MS"/>
                <a:cs typeface="Trebuchet MS"/>
                <a:sym typeface="Trebuchet MS"/>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9"/>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 name="Google Shape;24;p19"/>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5" name="Google Shape;25;p19"/>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grpSp>
        <p:nvGrpSpPr>
          <p:cNvPr id="33" name="Google Shape;33;p21"/>
          <p:cNvGrpSpPr/>
          <p:nvPr/>
        </p:nvGrpSpPr>
        <p:grpSpPr>
          <a:xfrm>
            <a:off x="-7937" y="-7937"/>
            <a:ext cx="9169400" cy="6873875"/>
            <a:chOff x="-8467" y="-8468"/>
            <a:chExt cx="9169805" cy="6874935"/>
          </a:xfrm>
        </p:grpSpPr>
        <p:sp>
          <p:nvSpPr>
            <p:cNvPr id="34" name="Google Shape;34;p21"/>
            <p:cNvSpPr/>
            <p:nvPr/>
          </p:nvSpPr>
          <p:spPr>
            <a:xfrm>
              <a:off x="-8467" y="4013290"/>
              <a:ext cx="457221" cy="2853177"/>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83921"/>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35" name="Google Shape;35;p21"/>
            <p:cNvCxnSpPr/>
            <p:nvPr/>
          </p:nvCxnSpPr>
          <p:spPr>
            <a:xfrm flipH="1" rot="10800000">
              <a:off x="5130497" y="4175239"/>
              <a:ext cx="4022902" cy="2683288"/>
            </a:xfrm>
            <a:prstGeom prst="straightConnector1">
              <a:avLst/>
            </a:prstGeom>
            <a:noFill/>
            <a:ln cap="rnd" cmpd="sng" w="9525">
              <a:solidFill>
                <a:srgbClr val="D9D9D9"/>
              </a:solidFill>
              <a:prstDash val="solid"/>
              <a:miter lim="800000"/>
              <a:headEnd len="sm" w="sm" type="none"/>
              <a:tailEnd len="sm" w="sm" type="none"/>
            </a:ln>
          </p:spPr>
        </p:cxnSp>
        <p:cxnSp>
          <p:nvCxnSpPr>
            <p:cNvPr id="36" name="Google Shape;36;p21"/>
            <p:cNvCxnSpPr/>
            <p:nvPr/>
          </p:nvCxnSpPr>
          <p:spPr>
            <a:xfrm>
              <a:off x="7041932" y="-529"/>
              <a:ext cx="1219254" cy="6859057"/>
            </a:xfrm>
            <a:prstGeom prst="straightConnector1">
              <a:avLst/>
            </a:prstGeom>
            <a:noFill/>
            <a:ln cap="rnd" cmpd="sng" w="9525">
              <a:solidFill>
                <a:srgbClr val="BFBFBF"/>
              </a:solidFill>
              <a:prstDash val="solid"/>
              <a:miter lim="800000"/>
              <a:headEnd len="sm" w="sm" type="none"/>
              <a:tailEnd len="sm" w="sm" type="none"/>
            </a:ln>
          </p:spPr>
        </p:cxnSp>
        <p:sp>
          <p:nvSpPr>
            <p:cNvPr id="37" name="Google Shape;37;p21"/>
            <p:cNvSpPr/>
            <p:nvPr/>
          </p:nvSpPr>
          <p:spPr>
            <a:xfrm>
              <a:off x="6891113" y="-529"/>
              <a:ext cx="2270225" cy="686699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019"/>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21"/>
            <p:cNvSpPr/>
            <p:nvPr/>
          </p:nvSpPr>
          <p:spPr>
            <a:xfrm>
              <a:off x="7205452" y="-8468"/>
              <a:ext cx="1947948" cy="6866996"/>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882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 name="Google Shape;39;p21"/>
            <p:cNvSpPr/>
            <p:nvPr/>
          </p:nvSpPr>
          <p:spPr>
            <a:xfrm>
              <a:off x="6638689" y="3919613"/>
              <a:ext cx="2513124" cy="2938915"/>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098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21"/>
            <p:cNvSpPr/>
            <p:nvPr/>
          </p:nvSpPr>
          <p:spPr>
            <a:xfrm>
              <a:off x="7010180" y="-8468"/>
              <a:ext cx="2143219" cy="6866996"/>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9">
                <a:alpha val="6901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 name="Google Shape;41;p21"/>
            <p:cNvSpPr/>
            <p:nvPr/>
          </p:nvSpPr>
          <p:spPr>
            <a:xfrm>
              <a:off x="8296112" y="-8468"/>
              <a:ext cx="857288" cy="6866996"/>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C0E474">
                <a:alpha val="6901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 name="Google Shape;42;p21"/>
            <p:cNvSpPr/>
            <p:nvPr/>
          </p:nvSpPr>
          <p:spPr>
            <a:xfrm>
              <a:off x="8077027" y="-8468"/>
              <a:ext cx="1066847" cy="6866996"/>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3921"/>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 name="Google Shape;43;p21"/>
            <p:cNvSpPr/>
            <p:nvPr/>
          </p:nvSpPr>
          <p:spPr>
            <a:xfrm>
              <a:off x="8059564" y="4894488"/>
              <a:ext cx="1095423" cy="1964040"/>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7882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4" name="Google Shape;44;p21"/>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45" name="Google Shape;45;p21"/>
          <p:cNvSpPr txBox="1"/>
          <p:nvPr>
            <p:ph idx="1" type="body"/>
          </p:nvPr>
        </p:nvSpPr>
        <p:spPr>
          <a:xfrm>
            <a:off x="609600" y="2160587"/>
            <a:ext cx="6348412" cy="3881437"/>
          </a:xfrm>
          <a:prstGeom prst="rect">
            <a:avLst/>
          </a:prstGeom>
          <a:noFill/>
          <a:ln>
            <a:noFill/>
          </a:ln>
        </p:spPr>
        <p:txBody>
          <a:bodyPr anchorCtr="0" anchor="t" bIns="45700" lIns="91425" spcFirstLastPara="1" rIns="91425" wrap="square" tIns="45700">
            <a:no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404040"/>
                </a:solidFill>
                <a:latin typeface="Trebuchet MS"/>
                <a:ea typeface="Trebuchet MS"/>
                <a:cs typeface="Trebuchet MS"/>
                <a:sym typeface="Trebuchet MS"/>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404040"/>
                </a:solidFill>
                <a:latin typeface="Trebuchet MS"/>
                <a:ea typeface="Trebuchet MS"/>
                <a:cs typeface="Trebuchet MS"/>
                <a:sym typeface="Trebuchet MS"/>
              </a:defRPr>
            </a:lvl2pPr>
            <a:lvl3pPr indent="-299719"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404040"/>
                </a:solidFill>
                <a:latin typeface="Trebuchet MS"/>
                <a:ea typeface="Trebuchet MS"/>
                <a:cs typeface="Trebuchet MS"/>
                <a:sym typeface="Trebuchet MS"/>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404040"/>
                </a:solidFill>
                <a:latin typeface="Trebuchet MS"/>
                <a:ea typeface="Trebuchet MS"/>
                <a:cs typeface="Trebuchet MS"/>
                <a:sym typeface="Trebuchet MS"/>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404040"/>
                </a:solidFill>
                <a:latin typeface="Trebuchet MS"/>
                <a:ea typeface="Trebuchet MS"/>
                <a:cs typeface="Trebuchet MS"/>
                <a:sym typeface="Trebuchet MS"/>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46" name="Google Shape;46;p21"/>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7" name="Google Shape;47;p21"/>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8" name="Google Shape;48;p21"/>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grpSp>
        <p:nvGrpSpPr>
          <p:cNvPr id="132" name="Google Shape;132;p25"/>
          <p:cNvGrpSpPr/>
          <p:nvPr/>
        </p:nvGrpSpPr>
        <p:grpSpPr>
          <a:xfrm>
            <a:off x="-7937" y="-7937"/>
            <a:ext cx="9169400" cy="6873875"/>
            <a:chOff x="-8467" y="-8468"/>
            <a:chExt cx="9169805" cy="6874935"/>
          </a:xfrm>
        </p:grpSpPr>
        <p:sp>
          <p:nvSpPr>
            <p:cNvPr id="133" name="Google Shape;133;p25"/>
            <p:cNvSpPr/>
            <p:nvPr/>
          </p:nvSpPr>
          <p:spPr>
            <a:xfrm>
              <a:off x="-8467" y="4013290"/>
              <a:ext cx="457221" cy="2853177"/>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83921"/>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4" name="Google Shape;134;p25"/>
            <p:cNvCxnSpPr/>
            <p:nvPr/>
          </p:nvCxnSpPr>
          <p:spPr>
            <a:xfrm flipH="1" rot="10800000">
              <a:off x="5130497" y="4175239"/>
              <a:ext cx="4022902" cy="2683288"/>
            </a:xfrm>
            <a:prstGeom prst="straightConnector1">
              <a:avLst/>
            </a:prstGeom>
            <a:noFill/>
            <a:ln cap="rnd" cmpd="sng" w="9525">
              <a:solidFill>
                <a:srgbClr val="D9D9D9"/>
              </a:solidFill>
              <a:prstDash val="solid"/>
              <a:miter lim="800000"/>
              <a:headEnd len="sm" w="sm" type="none"/>
              <a:tailEnd len="sm" w="sm" type="none"/>
            </a:ln>
          </p:spPr>
        </p:cxnSp>
        <p:cxnSp>
          <p:nvCxnSpPr>
            <p:cNvPr id="135" name="Google Shape;135;p25"/>
            <p:cNvCxnSpPr/>
            <p:nvPr/>
          </p:nvCxnSpPr>
          <p:spPr>
            <a:xfrm>
              <a:off x="7041932" y="-529"/>
              <a:ext cx="1219254" cy="6859057"/>
            </a:xfrm>
            <a:prstGeom prst="straightConnector1">
              <a:avLst/>
            </a:prstGeom>
            <a:noFill/>
            <a:ln cap="rnd" cmpd="sng" w="9525">
              <a:solidFill>
                <a:srgbClr val="BFBFBF"/>
              </a:solidFill>
              <a:prstDash val="solid"/>
              <a:miter lim="800000"/>
              <a:headEnd len="sm" w="sm" type="none"/>
              <a:tailEnd len="sm" w="sm" type="none"/>
            </a:ln>
          </p:spPr>
        </p:cxnSp>
        <p:sp>
          <p:nvSpPr>
            <p:cNvPr id="136" name="Google Shape;136;p25"/>
            <p:cNvSpPr/>
            <p:nvPr/>
          </p:nvSpPr>
          <p:spPr>
            <a:xfrm>
              <a:off x="6891113" y="-529"/>
              <a:ext cx="2270225" cy="686699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019"/>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 name="Google Shape;137;p25"/>
            <p:cNvSpPr/>
            <p:nvPr/>
          </p:nvSpPr>
          <p:spPr>
            <a:xfrm>
              <a:off x="7205452" y="-8468"/>
              <a:ext cx="1947948" cy="6866996"/>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1882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8" name="Google Shape;138;p25"/>
            <p:cNvSpPr/>
            <p:nvPr/>
          </p:nvSpPr>
          <p:spPr>
            <a:xfrm>
              <a:off x="6638689" y="3919613"/>
              <a:ext cx="2513124" cy="2938915"/>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098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25"/>
            <p:cNvSpPr/>
            <p:nvPr/>
          </p:nvSpPr>
          <p:spPr>
            <a:xfrm>
              <a:off x="7010180" y="-8468"/>
              <a:ext cx="2143219" cy="6866996"/>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9">
                <a:alpha val="6901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25"/>
            <p:cNvSpPr/>
            <p:nvPr/>
          </p:nvSpPr>
          <p:spPr>
            <a:xfrm>
              <a:off x="8296112" y="-8468"/>
              <a:ext cx="857288" cy="6866996"/>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C0E474">
                <a:alpha val="6901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1" name="Google Shape;141;p25"/>
            <p:cNvSpPr/>
            <p:nvPr/>
          </p:nvSpPr>
          <p:spPr>
            <a:xfrm>
              <a:off x="8077027" y="-8468"/>
              <a:ext cx="1066847" cy="6866996"/>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3921"/>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2" name="Google Shape;142;p25"/>
            <p:cNvSpPr/>
            <p:nvPr/>
          </p:nvSpPr>
          <p:spPr>
            <a:xfrm>
              <a:off x="8059564" y="4894488"/>
              <a:ext cx="1095423" cy="1964040"/>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78823"/>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43" name="Google Shape;143;p25"/>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accent1"/>
                </a:solidFill>
                <a:latin typeface="Trebuchet MS"/>
                <a:ea typeface="Trebuchet MS"/>
                <a:cs typeface="Trebuchet MS"/>
                <a:sym typeface="Trebuchet M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44" name="Google Shape;144;p25"/>
          <p:cNvSpPr txBox="1"/>
          <p:nvPr>
            <p:ph idx="1" type="body"/>
          </p:nvPr>
        </p:nvSpPr>
        <p:spPr>
          <a:xfrm>
            <a:off x="609600" y="2160587"/>
            <a:ext cx="6348412" cy="3881437"/>
          </a:xfrm>
          <a:prstGeom prst="rect">
            <a:avLst/>
          </a:prstGeom>
          <a:noFill/>
          <a:ln>
            <a:noFill/>
          </a:ln>
        </p:spPr>
        <p:txBody>
          <a:bodyPr anchorCtr="0" anchor="t" bIns="45700" lIns="91425" spcFirstLastPara="1" rIns="91425" wrap="square" tIns="45700">
            <a:no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404040"/>
                </a:solidFill>
                <a:latin typeface="Trebuchet MS"/>
                <a:ea typeface="Trebuchet MS"/>
                <a:cs typeface="Trebuchet MS"/>
                <a:sym typeface="Trebuchet MS"/>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404040"/>
                </a:solidFill>
                <a:latin typeface="Trebuchet MS"/>
                <a:ea typeface="Trebuchet MS"/>
                <a:cs typeface="Trebuchet MS"/>
                <a:sym typeface="Trebuchet MS"/>
              </a:defRPr>
            </a:lvl2pPr>
            <a:lvl3pPr indent="-299719"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404040"/>
                </a:solidFill>
                <a:latin typeface="Trebuchet MS"/>
                <a:ea typeface="Trebuchet MS"/>
                <a:cs typeface="Trebuchet MS"/>
                <a:sym typeface="Trebuchet MS"/>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404040"/>
                </a:solidFill>
                <a:latin typeface="Trebuchet MS"/>
                <a:ea typeface="Trebuchet MS"/>
                <a:cs typeface="Trebuchet MS"/>
                <a:sym typeface="Trebuchet MS"/>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404040"/>
                </a:solidFill>
                <a:latin typeface="Trebuchet MS"/>
                <a:ea typeface="Trebuchet MS"/>
                <a:cs typeface="Trebuchet MS"/>
                <a:sym typeface="Trebuchet MS"/>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45" name="Google Shape;145;p25"/>
          <p:cNvSpPr txBox="1"/>
          <p:nvPr>
            <p:ph idx="10" type="dt"/>
          </p:nvPr>
        </p:nvSpPr>
        <p:spPr>
          <a:xfrm>
            <a:off x="5405437" y="6042025"/>
            <a:ext cx="6842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6" name="Google Shape;146;p25"/>
          <p:cNvSpPr txBox="1"/>
          <p:nvPr>
            <p:ph idx="11" type="ftr"/>
          </p:nvPr>
        </p:nvSpPr>
        <p:spPr>
          <a:xfrm>
            <a:off x="609600" y="6042025"/>
            <a:ext cx="4622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7" name="Google Shape;147;p25"/>
          <p:cNvSpPr txBox="1"/>
          <p:nvPr>
            <p:ph idx="12" type="sldNum"/>
          </p:nvPr>
        </p:nvSpPr>
        <p:spPr>
          <a:xfrm>
            <a:off x="6445250" y="6042025"/>
            <a:ext cx="512762"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chemeClr val="accent1"/>
              </a:buClr>
              <a:buSzPts val="900"/>
              <a:buFont typeface="Arial"/>
              <a:buNone/>
              <a:defRPr b="0" i="0" sz="9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menti.com/aldc3xqs6n5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
          <p:cNvSpPr txBox="1"/>
          <p:nvPr>
            <p:ph type="ctrTitle"/>
          </p:nvPr>
        </p:nvSpPr>
        <p:spPr>
          <a:xfrm>
            <a:off x="1838825" y="2328112"/>
            <a:ext cx="5827800" cy="16461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accent1"/>
              </a:buClr>
              <a:buSzPts val="5400"/>
              <a:buFont typeface="Trebuchet MS"/>
              <a:buNone/>
            </a:pPr>
            <a:r>
              <a:rPr b="0" i="0" lang="en-US" sz="5400" u="none">
                <a:solidFill>
                  <a:schemeClr val="accent1"/>
                </a:solidFill>
                <a:latin typeface="Trebuchet MS"/>
                <a:ea typeface="Trebuchet MS"/>
                <a:cs typeface="Trebuchet MS"/>
                <a:sym typeface="Trebuchet MS"/>
              </a:rPr>
              <a:t>Análisis y diseño </a:t>
            </a:r>
            <a:br>
              <a:rPr b="0" i="0" lang="en-US" sz="5400" u="none">
                <a:solidFill>
                  <a:schemeClr val="accent1"/>
                </a:solidFill>
                <a:latin typeface="Trebuchet MS"/>
                <a:ea typeface="Trebuchet MS"/>
                <a:cs typeface="Trebuchet MS"/>
                <a:sym typeface="Trebuchet MS"/>
              </a:rPr>
            </a:br>
            <a:r>
              <a:rPr b="0" i="0" lang="en-US" sz="5400" u="none">
                <a:solidFill>
                  <a:schemeClr val="accent1"/>
                </a:solidFill>
                <a:latin typeface="Trebuchet MS"/>
                <a:ea typeface="Trebuchet MS"/>
                <a:cs typeface="Trebuchet MS"/>
                <a:sym typeface="Trebuchet MS"/>
              </a:rPr>
              <a:t>de sistemas 2</a:t>
            </a:r>
            <a:endParaRPr/>
          </a:p>
        </p:txBody>
      </p:sp>
      <p:sp>
        <p:nvSpPr>
          <p:cNvPr id="160" name="Google Shape;160;p1"/>
          <p:cNvSpPr txBox="1"/>
          <p:nvPr>
            <p:ph idx="4294967295" type="body"/>
          </p:nvPr>
        </p:nvSpPr>
        <p:spPr>
          <a:xfrm>
            <a:off x="2551100" y="4705200"/>
            <a:ext cx="4634100" cy="62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1440"/>
              <a:buFont typeface="Noto Sans Symbols"/>
              <a:buNone/>
            </a:pPr>
            <a:r>
              <a:rPr b="1" i="0" lang="en-US" sz="1800" u="none" cap="none" strike="noStrike">
                <a:solidFill>
                  <a:srgbClr val="404040"/>
                </a:solidFill>
                <a:latin typeface="Trebuchet MS"/>
                <a:ea typeface="Trebuchet MS"/>
                <a:cs typeface="Trebuchet MS"/>
                <a:sym typeface="Trebuchet MS"/>
              </a:rPr>
              <a:t>Aspectos Clave en el diseño de software</a:t>
            </a:r>
            <a:endParaRPr/>
          </a:p>
          <a:p>
            <a:pPr indent="-251459" lvl="0" marL="342900" marR="0" rtl="0" algn="l">
              <a:lnSpc>
                <a:spcPct val="100000"/>
              </a:lnSpc>
              <a:spcBef>
                <a:spcPts val="1000"/>
              </a:spcBef>
              <a:spcAft>
                <a:spcPts val="0"/>
              </a:spcAft>
              <a:buClr>
                <a:schemeClr val="accent1"/>
              </a:buClr>
              <a:buSzPts val="1440"/>
              <a:buFont typeface="Noto Sans Symbols"/>
              <a:buNone/>
            </a:pPr>
            <a:r>
              <a:t/>
            </a:r>
            <a:endParaRPr b="1" i="0" sz="1800" u="none">
              <a:solidFill>
                <a:srgbClr val="40404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
          <p:cNvSpPr txBox="1"/>
          <p:nvPr>
            <p:ph type="title"/>
          </p:nvPr>
        </p:nvSpPr>
        <p:spPr>
          <a:xfrm>
            <a:off x="148725" y="93875"/>
            <a:ext cx="6348300" cy="132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Responder a las siguientes preguntas</a:t>
            </a:r>
            <a:endParaRPr/>
          </a:p>
        </p:txBody>
      </p:sp>
      <p:sp>
        <p:nvSpPr>
          <p:cNvPr id="166" name="Google Shape;166;p2"/>
          <p:cNvSpPr txBox="1"/>
          <p:nvPr>
            <p:ph idx="1" type="body"/>
          </p:nvPr>
        </p:nvSpPr>
        <p:spPr>
          <a:xfrm>
            <a:off x="609600" y="2160587"/>
            <a:ext cx="6348412" cy="38814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¿Cuándo se acaba el software?</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¿Será que el software siempre tiene que ser modificado por el mismo equipo que lo creó?</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¿Qué cosas podrían impulsar cambio en el software?</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¿Qué se imaginan cuando escuchan el término “mantenimiento de software”?</a:t>
            </a:r>
            <a:endParaRPr/>
          </a:p>
          <a:p>
            <a:pPr indent="-251459" lvl="0" marL="342900" marR="0" rtl="0" algn="l">
              <a:lnSpc>
                <a:spcPct val="100000"/>
              </a:lnSpc>
              <a:spcBef>
                <a:spcPts val="1000"/>
              </a:spcBef>
              <a:spcAft>
                <a:spcPts val="0"/>
              </a:spcAft>
              <a:buClr>
                <a:schemeClr val="accent1"/>
              </a:buClr>
              <a:buSzPts val="1440"/>
              <a:buFont typeface="Noto Sans Symbols"/>
              <a:buNone/>
            </a:pPr>
            <a:r>
              <a:t/>
            </a:r>
            <a:endParaRPr b="0" i="0" sz="1800" u="none">
              <a:solidFill>
                <a:srgbClr val="404040"/>
              </a:solidFill>
              <a:latin typeface="Trebuchet MS"/>
              <a:ea typeface="Trebuchet MS"/>
              <a:cs typeface="Trebuchet MS"/>
              <a:sym typeface="Trebuchet MS"/>
            </a:endParaRPr>
          </a:p>
        </p:txBody>
      </p:sp>
      <p:sp>
        <p:nvSpPr>
          <p:cNvPr id="167" name="Google Shape;167;p2"/>
          <p:cNvSpPr/>
          <p:nvPr/>
        </p:nvSpPr>
        <p:spPr>
          <a:xfrm>
            <a:off x="6705600" y="3200400"/>
            <a:ext cx="2438400" cy="990600"/>
          </a:xfrm>
          <a:prstGeom prst="wedgeEllipseCallout">
            <a:avLst>
              <a:gd fmla="val -69666" name="adj1"/>
              <a:gd fmla="val 37331" name="adj2"/>
            </a:avLst>
          </a:prstGeom>
          <a:solidFill>
            <a:schemeClr val="lt1"/>
          </a:solidFill>
          <a:ln cap="rnd"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Trebuchet MS"/>
              <a:buNone/>
            </a:pPr>
            <a:r>
              <a:rPr b="0" i="0" lang="en-US" sz="1200" u="none" cap="none" strike="noStrike">
                <a:solidFill>
                  <a:srgbClr val="000000"/>
                </a:solidFill>
                <a:latin typeface="Trebuchet MS"/>
                <a:ea typeface="Trebuchet MS"/>
                <a:cs typeface="Trebuchet MS"/>
                <a:sym typeface="Trebuchet MS"/>
              </a:rPr>
              <a:t>Mantenimiento: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Trebuchet MS"/>
              <a:buNone/>
            </a:pPr>
            <a:r>
              <a:rPr b="0" i="0" lang="en-US" sz="1200" u="none" cap="none" strike="noStrike">
                <a:solidFill>
                  <a:srgbClr val="000000"/>
                </a:solidFill>
                <a:latin typeface="Trebuchet MS"/>
                <a:ea typeface="Trebuchet MS"/>
                <a:cs typeface="Trebuchet MS"/>
                <a:sym typeface="Trebuchet MS"/>
              </a:rPr>
              <a:t>Proceso de cambiar un sistema después de que ha sido entregado</a:t>
            </a:r>
            <a:endParaRPr b="0" i="0" sz="1400" u="none" cap="none" strike="noStrike">
              <a:solidFill>
                <a:srgbClr val="000000"/>
              </a:solidFill>
              <a:latin typeface="Arial"/>
              <a:ea typeface="Arial"/>
              <a:cs typeface="Arial"/>
              <a:sym typeface="Arial"/>
            </a:endParaRPr>
          </a:p>
        </p:txBody>
      </p:sp>
      <p:sp>
        <p:nvSpPr>
          <p:cNvPr id="168" name="Google Shape;168;p2"/>
          <p:cNvSpPr/>
          <p:nvPr/>
        </p:nvSpPr>
        <p:spPr>
          <a:xfrm>
            <a:off x="3962400" y="5181600"/>
            <a:ext cx="3124200" cy="1295400"/>
          </a:xfrm>
          <a:prstGeom prst="wedgeEllipseCallout">
            <a:avLst>
              <a:gd fmla="val 5277" name="adj1"/>
              <a:gd fmla="val -99330" name="adj2"/>
            </a:avLst>
          </a:prstGeom>
          <a:solidFill>
            <a:schemeClr val="lt1"/>
          </a:solidFill>
          <a:ln cap="rnd"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Trebuchet MS"/>
              <a:buNone/>
            </a:pPr>
            <a:r>
              <a:rPr b="0" i="0" lang="en-US" sz="1200" u="none" cap="none" strike="noStrike">
                <a:solidFill>
                  <a:srgbClr val="000000"/>
                </a:solidFill>
                <a:latin typeface="Trebuchet MS"/>
                <a:ea typeface="Trebuchet MS"/>
                <a:cs typeface="Trebuchet MS"/>
                <a:sym typeface="Trebuchet MS"/>
              </a:rPr>
              <a:t>Reingeniería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Trebuchet MS"/>
              <a:buNone/>
            </a:pPr>
            <a:r>
              <a:rPr b="0" i="0" lang="en-US" sz="1200" u="none" cap="none" strike="noStrike">
                <a:solidFill>
                  <a:srgbClr val="000000"/>
                </a:solidFill>
                <a:latin typeface="Trebuchet MS"/>
                <a:ea typeface="Trebuchet MS"/>
                <a:cs typeface="Trebuchet MS"/>
                <a:sym typeface="Trebuchet MS"/>
              </a:rPr>
              <a:t>Mejorar la estructura y entendimiento de un sistema sin cambiar su funcionalidad</a:t>
            </a:r>
            <a:endParaRPr b="0" i="0" sz="1400" u="none" cap="none" strike="noStrike">
              <a:solidFill>
                <a:srgbClr val="000000"/>
              </a:solidFill>
              <a:latin typeface="Arial"/>
              <a:ea typeface="Arial"/>
              <a:cs typeface="Arial"/>
              <a:sym typeface="Arial"/>
            </a:endParaRPr>
          </a:p>
        </p:txBody>
      </p:sp>
      <p:sp>
        <p:nvSpPr>
          <p:cNvPr id="169" name="Google Shape;169;p2"/>
          <p:cNvSpPr/>
          <p:nvPr/>
        </p:nvSpPr>
        <p:spPr>
          <a:xfrm>
            <a:off x="7772400" y="5829300"/>
            <a:ext cx="1219200" cy="612775"/>
          </a:xfrm>
          <a:custGeom>
            <a:rect b="b" l="l" r="r" t="t"/>
            <a:pathLst>
              <a:path extrusionOk="0" h="120000" w="120000">
                <a:moveTo>
                  <a:pt x="0" y="0"/>
                </a:moveTo>
                <a:lnTo>
                  <a:pt x="120000" y="0"/>
                </a:lnTo>
                <a:lnTo>
                  <a:pt x="120000" y="120000"/>
                </a:lnTo>
                <a:lnTo>
                  <a:pt x="0" y="120000"/>
                </a:lnTo>
                <a:close/>
              </a:path>
              <a:path extrusionOk="0" fill="none" h="120000" w="120000">
                <a:moveTo>
                  <a:pt x="-661" y="-13716"/>
                </a:moveTo>
                <a:lnTo>
                  <a:pt x="-46000" y="135000"/>
                </a:lnTo>
              </a:path>
            </a:pathLst>
          </a:custGeom>
          <a:solidFill>
            <a:schemeClr val="lt1"/>
          </a:solidFill>
          <a:ln cap="rnd" cmpd="sng" w="19050">
            <a:solidFill>
              <a:srgbClr val="91865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Trebuchet MS"/>
              <a:buNone/>
            </a:pPr>
            <a:r>
              <a:rPr b="0" i="0" lang="en-US" sz="1100" u="none" cap="none" strike="noStrike">
                <a:solidFill>
                  <a:srgbClr val="000000"/>
                </a:solidFill>
                <a:latin typeface="Trebuchet MS"/>
                <a:ea typeface="Trebuchet MS"/>
                <a:cs typeface="Trebuchet MS"/>
                <a:sym typeface="Trebuchet MS"/>
              </a:rPr>
              <a:t>Ej.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Trebuchet MS"/>
              <a:buNone/>
            </a:pPr>
            <a:r>
              <a:rPr b="0" i="0" lang="en-US" sz="1100" u="none" cap="none" strike="noStrike">
                <a:solidFill>
                  <a:srgbClr val="000000"/>
                </a:solidFill>
                <a:latin typeface="Trebuchet MS"/>
                <a:ea typeface="Trebuchet MS"/>
                <a:cs typeface="Trebuchet MS"/>
                <a:sym typeface="Trebuchet MS"/>
              </a:rPr>
              <a:t>Legacy Systems</a:t>
            </a:r>
            <a:endParaRPr b="0" i="0" sz="1400" u="none" cap="none" strike="noStrike">
              <a:solidFill>
                <a:srgbClr val="000000"/>
              </a:solidFill>
              <a:latin typeface="Arial"/>
              <a:ea typeface="Arial"/>
              <a:cs typeface="Arial"/>
              <a:sym typeface="Arial"/>
            </a:endParaRPr>
          </a:p>
        </p:txBody>
      </p:sp>
      <p:sp>
        <p:nvSpPr>
          <p:cNvPr id="170" name="Google Shape;170;p2"/>
          <p:cNvSpPr/>
          <p:nvPr/>
        </p:nvSpPr>
        <p:spPr>
          <a:xfrm>
            <a:off x="600075" y="5146675"/>
            <a:ext cx="3124200" cy="1295400"/>
          </a:xfrm>
          <a:prstGeom prst="wedgeEllipseCallout">
            <a:avLst>
              <a:gd fmla="val 38837" name="adj1"/>
              <a:gd fmla="val -91109" name="adj2"/>
            </a:avLst>
          </a:prstGeom>
          <a:solidFill>
            <a:schemeClr val="lt1"/>
          </a:solidFill>
          <a:ln cap="rnd"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Trebuchet MS"/>
              <a:buNone/>
            </a:pPr>
            <a:r>
              <a:rPr b="0" i="0" lang="en-US" sz="1200" u="none" cap="none" strike="noStrike">
                <a:solidFill>
                  <a:srgbClr val="000000"/>
                </a:solidFill>
                <a:latin typeface="Trebuchet MS"/>
                <a:ea typeface="Trebuchet MS"/>
                <a:cs typeface="Trebuchet MS"/>
                <a:sym typeface="Trebuchet MS"/>
              </a:rPr>
              <a:t>Mantenimiento preventivo</a:t>
            </a:r>
            <a:endParaRPr b="0" i="0" sz="1400" u="none" cap="none" strike="noStrike">
              <a:solidFill>
                <a:srgbClr val="000000"/>
              </a:solidFill>
              <a:latin typeface="Arial"/>
              <a:ea typeface="Arial"/>
              <a:cs typeface="Arial"/>
              <a:sym typeface="Arial"/>
            </a:endParaRPr>
          </a:p>
        </p:txBody>
      </p:sp>
      <p:sp>
        <p:nvSpPr>
          <p:cNvPr id="171" name="Google Shape;171;p2"/>
          <p:cNvSpPr txBox="1"/>
          <p:nvPr/>
        </p:nvSpPr>
        <p:spPr>
          <a:xfrm>
            <a:off x="3588300" y="934950"/>
            <a:ext cx="3872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404040"/>
                </a:solidFill>
                <a:latin typeface="Trebuchet MS"/>
                <a:ea typeface="Trebuchet MS"/>
                <a:cs typeface="Trebuchet MS"/>
                <a:sym typeface="Trebuchet MS"/>
              </a:rPr>
              <a:t>Mentimeter: </a:t>
            </a:r>
            <a:r>
              <a:rPr lang="en-US" sz="1800" u="sng">
                <a:solidFill>
                  <a:schemeClr val="hlink"/>
                </a:solidFill>
                <a:latin typeface="Trebuchet MS"/>
                <a:ea typeface="Trebuchet MS"/>
                <a:cs typeface="Trebuchet MS"/>
                <a:sym typeface="Trebuchet MS"/>
                <a:hlinkClick r:id="rId3"/>
              </a:rPr>
              <a:t>https://www.menti.com/aldc3xqs6n5g</a:t>
            </a:r>
            <a:endParaRPr sz="1800">
              <a:solidFill>
                <a:srgbClr val="404040"/>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1befd1d1c6_0_2"/>
          <p:cNvSpPr txBox="1"/>
          <p:nvPr>
            <p:ph type="title"/>
          </p:nvPr>
        </p:nvSpPr>
        <p:spPr>
          <a:xfrm>
            <a:off x="598625" y="137425"/>
            <a:ext cx="6347700" cy="132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Tipos de mantenimiento de software</a:t>
            </a:r>
            <a:endParaRPr/>
          </a:p>
        </p:txBody>
      </p:sp>
      <p:sp>
        <p:nvSpPr>
          <p:cNvPr id="178" name="Google Shape;178;g21befd1d1c6_0_2"/>
          <p:cNvSpPr txBox="1"/>
          <p:nvPr>
            <p:ph idx="1" type="body"/>
          </p:nvPr>
        </p:nvSpPr>
        <p:spPr>
          <a:xfrm>
            <a:off x="663250" y="1763118"/>
            <a:ext cx="3088200" cy="1506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Corrección de Fallos</a:t>
            </a:r>
            <a:endParaRPr b="1"/>
          </a:p>
          <a:p>
            <a:pPr indent="0" lvl="0" marL="0" rtl="0" algn="l">
              <a:spcBef>
                <a:spcPts val="1000"/>
              </a:spcBef>
              <a:spcAft>
                <a:spcPts val="0"/>
              </a:spcAft>
              <a:buNone/>
            </a:pPr>
            <a:r>
              <a:rPr lang="en-US"/>
              <a:t> (Corrective Maintenance)</a:t>
            </a:r>
            <a:endParaRPr/>
          </a:p>
        </p:txBody>
      </p:sp>
      <p:sp>
        <p:nvSpPr>
          <p:cNvPr id="179" name="Google Shape;179;g21befd1d1c6_0_2"/>
          <p:cNvSpPr txBox="1"/>
          <p:nvPr>
            <p:ph idx="2" type="body"/>
          </p:nvPr>
        </p:nvSpPr>
        <p:spPr>
          <a:xfrm>
            <a:off x="4416576" y="1763119"/>
            <a:ext cx="3088200" cy="1506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Adaptación</a:t>
            </a:r>
            <a:r>
              <a:rPr lang="en-US"/>
              <a:t>, adición de nuevas funcionalidades</a:t>
            </a:r>
            <a:endParaRPr/>
          </a:p>
          <a:p>
            <a:pPr indent="0" lvl="0" marL="0" rtl="0" algn="l">
              <a:spcBef>
                <a:spcPts val="1000"/>
              </a:spcBef>
              <a:spcAft>
                <a:spcPts val="0"/>
              </a:spcAft>
              <a:buNone/>
            </a:pPr>
            <a:r>
              <a:rPr lang="en-US"/>
              <a:t>(Adaptive Maintenance)</a:t>
            </a:r>
            <a:endParaRPr/>
          </a:p>
        </p:txBody>
      </p:sp>
      <p:sp>
        <p:nvSpPr>
          <p:cNvPr id="180" name="Google Shape;180;g21befd1d1c6_0_2"/>
          <p:cNvSpPr txBox="1"/>
          <p:nvPr>
            <p:ph idx="1" type="body"/>
          </p:nvPr>
        </p:nvSpPr>
        <p:spPr>
          <a:xfrm>
            <a:off x="663250" y="4340518"/>
            <a:ext cx="3088200" cy="1506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Mejora de rendimiento</a:t>
            </a:r>
            <a:endParaRPr b="1"/>
          </a:p>
          <a:p>
            <a:pPr indent="0" lvl="0" marL="0" rtl="0" algn="l">
              <a:spcBef>
                <a:spcPts val="1000"/>
              </a:spcBef>
              <a:spcAft>
                <a:spcPts val="0"/>
              </a:spcAft>
              <a:buNone/>
            </a:pPr>
            <a:r>
              <a:rPr lang="en-US"/>
              <a:t>(Perfective Maintenance)</a:t>
            </a:r>
            <a:endParaRPr/>
          </a:p>
        </p:txBody>
      </p:sp>
      <p:sp>
        <p:nvSpPr>
          <p:cNvPr id="181" name="Google Shape;181;g21befd1d1c6_0_2"/>
          <p:cNvSpPr txBox="1"/>
          <p:nvPr>
            <p:ph idx="2" type="body"/>
          </p:nvPr>
        </p:nvSpPr>
        <p:spPr>
          <a:xfrm>
            <a:off x="4416576" y="4340519"/>
            <a:ext cx="3088200" cy="1506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Prevención</a:t>
            </a:r>
            <a:r>
              <a:rPr lang="en-US"/>
              <a:t>, evolución constante</a:t>
            </a:r>
            <a:endParaRPr/>
          </a:p>
          <a:p>
            <a:pPr indent="0" lvl="0" marL="0" rtl="0" algn="l">
              <a:spcBef>
                <a:spcPts val="1000"/>
              </a:spcBef>
              <a:spcAft>
                <a:spcPts val="0"/>
              </a:spcAft>
              <a:buNone/>
            </a:pPr>
            <a:r>
              <a:rPr lang="en-US"/>
              <a:t>(Preventive Maintenance)</a:t>
            </a:r>
            <a:endParaRPr/>
          </a:p>
        </p:txBody>
      </p:sp>
      <p:pic>
        <p:nvPicPr>
          <p:cNvPr id="182" name="Google Shape;182;g21befd1d1c6_0_2"/>
          <p:cNvPicPr preferRelativeResize="0"/>
          <p:nvPr/>
        </p:nvPicPr>
        <p:blipFill>
          <a:blip r:embed="rId3">
            <a:alphaModFix/>
          </a:blip>
          <a:stretch>
            <a:fillRect/>
          </a:stretch>
        </p:blipFill>
        <p:spPr>
          <a:xfrm>
            <a:off x="1500950" y="2822027"/>
            <a:ext cx="1412793" cy="1320900"/>
          </a:xfrm>
          <a:prstGeom prst="rect">
            <a:avLst/>
          </a:prstGeom>
          <a:noFill/>
          <a:ln>
            <a:noFill/>
          </a:ln>
        </p:spPr>
      </p:pic>
      <p:pic>
        <p:nvPicPr>
          <p:cNvPr id="183" name="Google Shape;183;g21befd1d1c6_0_2"/>
          <p:cNvPicPr preferRelativeResize="0"/>
          <p:nvPr/>
        </p:nvPicPr>
        <p:blipFill>
          <a:blip r:embed="rId4">
            <a:alphaModFix/>
          </a:blip>
          <a:stretch>
            <a:fillRect/>
          </a:stretch>
        </p:blipFill>
        <p:spPr>
          <a:xfrm>
            <a:off x="4926450" y="2874575"/>
            <a:ext cx="2068450" cy="1215800"/>
          </a:xfrm>
          <a:prstGeom prst="rect">
            <a:avLst/>
          </a:prstGeom>
          <a:noFill/>
          <a:ln>
            <a:noFill/>
          </a:ln>
        </p:spPr>
      </p:pic>
      <p:pic>
        <p:nvPicPr>
          <p:cNvPr id="184" name="Google Shape;184;g21befd1d1c6_0_2"/>
          <p:cNvPicPr preferRelativeResize="0"/>
          <p:nvPr/>
        </p:nvPicPr>
        <p:blipFill>
          <a:blip r:embed="rId5">
            <a:alphaModFix/>
          </a:blip>
          <a:stretch>
            <a:fillRect/>
          </a:stretch>
        </p:blipFill>
        <p:spPr>
          <a:xfrm>
            <a:off x="1439763" y="5398446"/>
            <a:ext cx="1535175" cy="1391275"/>
          </a:xfrm>
          <a:prstGeom prst="rect">
            <a:avLst/>
          </a:prstGeom>
          <a:noFill/>
          <a:ln>
            <a:noFill/>
          </a:ln>
        </p:spPr>
      </p:pic>
      <p:pic>
        <p:nvPicPr>
          <p:cNvPr id="185" name="Google Shape;185;g21befd1d1c6_0_2"/>
          <p:cNvPicPr preferRelativeResize="0"/>
          <p:nvPr/>
        </p:nvPicPr>
        <p:blipFill>
          <a:blip r:embed="rId6">
            <a:alphaModFix/>
          </a:blip>
          <a:stretch>
            <a:fillRect/>
          </a:stretch>
        </p:blipFill>
        <p:spPr>
          <a:xfrm>
            <a:off x="5241700" y="5517325"/>
            <a:ext cx="1437948" cy="11535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Evolución del software</a:t>
            </a:r>
            <a:endParaRPr/>
          </a:p>
        </p:txBody>
      </p:sp>
      <p:pic>
        <p:nvPicPr>
          <p:cNvPr id="191" name="Google Shape;191;p3"/>
          <p:cNvPicPr preferRelativeResize="0"/>
          <p:nvPr>
            <p:ph idx="1" type="body"/>
          </p:nvPr>
        </p:nvPicPr>
        <p:blipFill rotWithShape="1">
          <a:blip r:embed="rId3">
            <a:alphaModFix/>
          </a:blip>
          <a:srcRect b="0" l="0" r="0" t="0"/>
          <a:stretch/>
        </p:blipFill>
        <p:spPr>
          <a:xfrm>
            <a:off x="457200" y="1989137"/>
            <a:ext cx="6348412" cy="1897062"/>
          </a:xfrm>
          <a:prstGeom prst="rect">
            <a:avLst/>
          </a:prstGeom>
          <a:noFill/>
          <a:ln>
            <a:noFill/>
          </a:ln>
        </p:spPr>
      </p:pic>
      <p:sp>
        <p:nvSpPr>
          <p:cNvPr id="192" name="Google Shape;192;p3"/>
          <p:cNvSpPr txBox="1"/>
          <p:nvPr/>
        </p:nvSpPr>
        <p:spPr>
          <a:xfrm>
            <a:off x="152400" y="1676400"/>
            <a:ext cx="2209800" cy="415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700"/>
              <a:buFont typeface="Arial"/>
              <a:buNone/>
            </a:pPr>
            <a:r>
              <a:rPr b="0" i="0" lang="en-US" sz="700" u="none" cap="none" strike="noStrike">
                <a:solidFill>
                  <a:schemeClr val="dk1"/>
                </a:solidFill>
                <a:latin typeface="Arial"/>
                <a:ea typeface="Arial"/>
                <a:cs typeface="Arial"/>
                <a:sym typeface="Arial"/>
              </a:rPr>
              <a:t>Figura 9.4 The Software Evolution Process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700"/>
              <a:buFont typeface="Arial"/>
              <a:buNone/>
            </a:pPr>
            <a:r>
              <a:rPr b="0" i="0" lang="en-US" sz="700" u="none" cap="none" strike="noStrike">
                <a:solidFill>
                  <a:schemeClr val="dk1"/>
                </a:solidFill>
                <a:latin typeface="Arial"/>
                <a:ea typeface="Arial"/>
                <a:cs typeface="Arial"/>
                <a:sym typeface="Arial"/>
              </a:rPr>
              <a:t>Software Engineering 9th Edition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700"/>
              <a:buFont typeface="Arial"/>
              <a:buNone/>
            </a:pPr>
            <a:r>
              <a:rPr b="0" i="0" lang="en-US" sz="700" u="none" cap="none" strike="noStrike">
                <a:solidFill>
                  <a:schemeClr val="dk1"/>
                </a:solidFill>
                <a:latin typeface="Arial"/>
                <a:ea typeface="Arial"/>
                <a:cs typeface="Arial"/>
                <a:sym typeface="Arial"/>
              </a:rPr>
              <a:t>Ian Sommerville</a:t>
            </a:r>
            <a:endParaRPr b="0" i="0" sz="1400" u="none" cap="none" strike="noStrike">
              <a:solidFill>
                <a:srgbClr val="000000"/>
              </a:solidFill>
              <a:latin typeface="Arial"/>
              <a:ea typeface="Arial"/>
              <a:cs typeface="Arial"/>
              <a:sym typeface="Arial"/>
            </a:endParaRPr>
          </a:p>
        </p:txBody>
      </p:sp>
      <p:sp>
        <p:nvSpPr>
          <p:cNvPr id="193" name="Google Shape;193;p3"/>
          <p:cNvSpPr/>
          <p:nvPr/>
        </p:nvSpPr>
        <p:spPr>
          <a:xfrm rot="5400000">
            <a:off x="3429000" y="4368800"/>
            <a:ext cx="304800" cy="152400"/>
          </a:xfrm>
          <a:prstGeom prst="rightArrow">
            <a:avLst>
              <a:gd fmla="val 50000" name="adj1"/>
              <a:gd fmla="val 50000" name="adj2"/>
            </a:avLst>
          </a:prstGeom>
          <a:solidFill>
            <a:schemeClr val="accent1"/>
          </a:solidFill>
          <a:ln cap="rnd" cmpd="sng" w="19050">
            <a:solidFill>
              <a:srgbClr val="688E1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4" name="Google Shape;194;p3"/>
          <p:cNvSpPr/>
          <p:nvPr/>
        </p:nvSpPr>
        <p:spPr>
          <a:xfrm flipH="1" rot="-5400000">
            <a:off x="3505200" y="2705100"/>
            <a:ext cx="152400" cy="2590800"/>
          </a:xfrm>
          <a:prstGeom prst="rightBrace">
            <a:avLst>
              <a:gd fmla="val 106" name="adj1"/>
              <a:gd fmla="val 50000" name="adj2"/>
            </a:avLst>
          </a:prstGeom>
          <a:noFill/>
          <a:ln cap="rnd"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5" name="Google Shape;195;p3"/>
          <p:cNvSpPr txBox="1"/>
          <p:nvPr/>
        </p:nvSpPr>
        <p:spPr>
          <a:xfrm>
            <a:off x="2247900" y="4819650"/>
            <a:ext cx="26384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Tipos de mantenimiento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1befd1d1c6_0_29"/>
          <p:cNvSpPr txBox="1"/>
          <p:nvPr>
            <p:ph type="title"/>
          </p:nvPr>
        </p:nvSpPr>
        <p:spPr>
          <a:xfrm>
            <a:off x="653500" y="230450"/>
            <a:ext cx="6347700" cy="1326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SzPts val="990"/>
              <a:buNone/>
            </a:pPr>
            <a:r>
              <a:rPr lang="en-US" sz="3759"/>
              <a:t>Mantenimiento de software y diseño de software</a:t>
            </a:r>
            <a:endParaRPr sz="3759"/>
          </a:p>
        </p:txBody>
      </p:sp>
      <p:sp>
        <p:nvSpPr>
          <p:cNvPr id="202" name="Google Shape;202;g21befd1d1c6_0_29"/>
          <p:cNvSpPr txBox="1"/>
          <p:nvPr>
            <p:ph idx="1" type="body"/>
          </p:nvPr>
        </p:nvSpPr>
        <p:spPr>
          <a:xfrm>
            <a:off x="653500" y="1845700"/>
            <a:ext cx="6347700" cy="4257300"/>
          </a:xfrm>
          <a:prstGeom prst="rect">
            <a:avLst/>
          </a:prstGeom>
        </p:spPr>
        <p:txBody>
          <a:bodyPr anchorCtr="0" anchor="t" bIns="45700" lIns="91425" spcFirstLastPara="1" rIns="91425" wrap="square" tIns="45700">
            <a:noAutofit/>
          </a:bodyPr>
          <a:lstStyle/>
          <a:p>
            <a:pPr indent="0" lvl="0" marL="0" rtl="0" algn="l">
              <a:lnSpc>
                <a:spcPct val="80000"/>
              </a:lnSpc>
              <a:spcBef>
                <a:spcPts val="1000"/>
              </a:spcBef>
              <a:spcAft>
                <a:spcPts val="0"/>
              </a:spcAft>
              <a:buSzPts val="1018"/>
              <a:buNone/>
            </a:pPr>
            <a:r>
              <a:rPr lang="en-US" sz="2410"/>
              <a:t>El mantenimiento de software y el diseño de arquitectura están estrechamente relacionados. </a:t>
            </a:r>
            <a:endParaRPr sz="2410"/>
          </a:p>
          <a:p>
            <a:pPr indent="0" lvl="0" marL="0" rtl="0" algn="l">
              <a:lnSpc>
                <a:spcPct val="80000"/>
              </a:lnSpc>
              <a:spcBef>
                <a:spcPts val="1000"/>
              </a:spcBef>
              <a:spcAft>
                <a:spcPts val="0"/>
              </a:spcAft>
              <a:buSzPts val="1018"/>
              <a:buNone/>
            </a:pPr>
            <a:r>
              <a:t/>
            </a:r>
            <a:endParaRPr sz="2410"/>
          </a:p>
          <a:p>
            <a:pPr indent="0" lvl="0" marL="0" rtl="0" algn="l">
              <a:lnSpc>
                <a:spcPct val="80000"/>
              </a:lnSpc>
              <a:spcBef>
                <a:spcPts val="1000"/>
              </a:spcBef>
              <a:spcAft>
                <a:spcPts val="0"/>
              </a:spcAft>
              <a:buSzPts val="1018"/>
              <a:buNone/>
            </a:pPr>
            <a:r>
              <a:rPr lang="en-US" sz="2410"/>
              <a:t>Una buena arquitectura facilita el mantenimiento, reduce costos y aumenta la vida útil del software. </a:t>
            </a:r>
            <a:endParaRPr sz="2410"/>
          </a:p>
          <a:p>
            <a:pPr indent="0" lvl="0" marL="0" rtl="0" algn="l">
              <a:lnSpc>
                <a:spcPct val="80000"/>
              </a:lnSpc>
              <a:spcBef>
                <a:spcPts val="1000"/>
              </a:spcBef>
              <a:spcAft>
                <a:spcPts val="0"/>
              </a:spcAft>
              <a:buSzPts val="1018"/>
              <a:buNone/>
            </a:pPr>
            <a:r>
              <a:t/>
            </a:r>
            <a:endParaRPr sz="2410"/>
          </a:p>
          <a:p>
            <a:pPr indent="0" lvl="0" marL="0" rtl="0" algn="l">
              <a:lnSpc>
                <a:spcPct val="80000"/>
              </a:lnSpc>
              <a:spcBef>
                <a:spcPts val="1000"/>
              </a:spcBef>
              <a:spcAft>
                <a:spcPts val="0"/>
              </a:spcAft>
              <a:buSzPts val="1018"/>
              <a:buNone/>
            </a:pPr>
            <a:r>
              <a:rPr lang="en-US" sz="2410"/>
              <a:t>Al considerar el mantenimiento desde el inicio del proyecto, se puede garantizar que el software sea adaptable y evolutivo a lo largo del tiempo.</a:t>
            </a:r>
            <a:endParaRPr sz="241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
          <p:cNvSpPr txBox="1"/>
          <p:nvPr>
            <p:ph type="title"/>
          </p:nvPr>
        </p:nvSpPr>
        <p:spPr>
          <a:xfrm>
            <a:off x="609600" y="2700337"/>
            <a:ext cx="6348412" cy="182721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accent1"/>
              </a:buClr>
              <a:buSzPts val="4000"/>
              <a:buFont typeface="Trebuchet MS"/>
              <a:buNone/>
            </a:pPr>
            <a:r>
              <a:rPr b="0" i="0" lang="en-US" sz="4000" u="none">
                <a:solidFill>
                  <a:schemeClr val="accent1"/>
                </a:solidFill>
                <a:latin typeface="Trebuchet MS"/>
                <a:ea typeface="Trebuchet MS"/>
                <a:cs typeface="Trebuchet MS"/>
                <a:sym typeface="Trebuchet MS"/>
              </a:rPr>
              <a:t>Aspectos Clave en el Diseño de Software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5"/>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Concurrencia</a:t>
            </a:r>
            <a:br>
              <a:rPr b="0" i="0" lang="en-US" sz="3600" u="none">
                <a:solidFill>
                  <a:schemeClr val="accent1"/>
                </a:solidFill>
                <a:latin typeface="Trebuchet MS"/>
                <a:ea typeface="Trebuchet MS"/>
                <a:cs typeface="Trebuchet MS"/>
                <a:sym typeface="Trebuchet MS"/>
              </a:rPr>
            </a:br>
            <a:endParaRPr/>
          </a:p>
        </p:txBody>
      </p:sp>
      <p:sp>
        <p:nvSpPr>
          <p:cNvPr id="213" name="Google Shape;213;p5"/>
          <p:cNvSpPr txBox="1"/>
          <p:nvPr>
            <p:ph idx="1" type="body"/>
          </p:nvPr>
        </p:nvSpPr>
        <p:spPr>
          <a:xfrm>
            <a:off x="388175" y="2141350"/>
            <a:ext cx="3969300" cy="38814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accent1"/>
              </a:buClr>
              <a:buSzPts val="1360"/>
              <a:buFont typeface="Noto Sans Symbols"/>
              <a:buChar char="►"/>
            </a:pPr>
            <a:r>
              <a:rPr b="1" i="0" lang="en-US" sz="1700" u="none">
                <a:solidFill>
                  <a:srgbClr val="404040"/>
                </a:solidFill>
                <a:latin typeface="Trebuchet MS"/>
                <a:ea typeface="Trebuchet MS"/>
                <a:cs typeface="Trebuchet MS"/>
                <a:sym typeface="Trebuchet MS"/>
              </a:rPr>
              <a:t>Es la tendencia de que las cosas sucedan al mismo tiempo en un sistema</a:t>
            </a:r>
            <a:endParaRPr/>
          </a:p>
          <a:p>
            <a:pPr indent="-342900" lvl="0" marL="342900" marR="0" rtl="0" algn="l">
              <a:lnSpc>
                <a:spcPct val="80000"/>
              </a:lnSpc>
              <a:spcBef>
                <a:spcPts val="1000"/>
              </a:spcBef>
              <a:spcAft>
                <a:spcPts val="0"/>
              </a:spcAft>
              <a:buClr>
                <a:schemeClr val="accent1"/>
              </a:buClr>
              <a:buSzPts val="1360"/>
              <a:buFont typeface="Noto Sans Symbols"/>
              <a:buNone/>
            </a:pPr>
            <a:r>
              <a:t/>
            </a:r>
            <a:endParaRPr b="1" i="0" sz="1700" u="none">
              <a:solidFill>
                <a:srgbClr val="404040"/>
              </a:solidFill>
              <a:latin typeface="Trebuchet MS"/>
              <a:ea typeface="Trebuchet MS"/>
              <a:cs typeface="Trebuchet MS"/>
              <a:sym typeface="Trebuchet MS"/>
            </a:endParaRPr>
          </a:p>
          <a:p>
            <a:pPr indent="-342900" lvl="0" marL="342900" marR="0" rtl="0" algn="l">
              <a:lnSpc>
                <a:spcPct val="80000"/>
              </a:lnSpc>
              <a:spcBef>
                <a:spcPts val="1000"/>
              </a:spcBef>
              <a:spcAft>
                <a:spcPts val="0"/>
              </a:spcAft>
              <a:buClr>
                <a:schemeClr val="accent1"/>
              </a:buClr>
              <a:buSzPts val="1360"/>
              <a:buFont typeface="Noto Sans Symbols"/>
              <a:buChar char="►"/>
            </a:pPr>
            <a:r>
              <a:rPr b="1" i="0" lang="en-US" sz="1700" u="none">
                <a:solidFill>
                  <a:srgbClr val="404040"/>
                </a:solidFill>
                <a:latin typeface="Trebuchet MS"/>
                <a:ea typeface="Trebuchet MS"/>
                <a:cs typeface="Trebuchet MS"/>
                <a:sym typeface="Trebuchet MS"/>
              </a:rPr>
              <a:t>Un sistema concurrente debe:</a:t>
            </a:r>
            <a:endParaRPr/>
          </a:p>
          <a:p>
            <a:pPr indent="-285750" lvl="1" marL="742950" marR="0" rtl="0" algn="l">
              <a:lnSpc>
                <a:spcPct val="80000"/>
              </a:lnSpc>
              <a:spcBef>
                <a:spcPts val="1000"/>
              </a:spcBef>
              <a:spcAft>
                <a:spcPts val="0"/>
              </a:spcAft>
              <a:buClr>
                <a:schemeClr val="accent1"/>
              </a:buClr>
              <a:buSzPts val="1200"/>
              <a:buFont typeface="Noto Sans Symbols"/>
              <a:buChar char="►"/>
            </a:pPr>
            <a:r>
              <a:rPr b="1" i="0" lang="en-US" sz="1500" u="none" cap="none" strike="noStrike">
                <a:solidFill>
                  <a:srgbClr val="404040"/>
                </a:solidFill>
                <a:latin typeface="Trebuchet MS"/>
                <a:ea typeface="Trebuchet MS"/>
                <a:cs typeface="Trebuchet MS"/>
                <a:sym typeface="Trebuchet MS"/>
              </a:rPr>
              <a:t>Ser capaz de detectar y responder a eventos externos que ocurren en un orden aleatorio</a:t>
            </a:r>
            <a:endParaRPr/>
          </a:p>
          <a:p>
            <a:pPr indent="-285750" lvl="1" marL="742950" marR="0" rtl="0" algn="l">
              <a:lnSpc>
                <a:spcPct val="80000"/>
              </a:lnSpc>
              <a:spcBef>
                <a:spcPts val="1000"/>
              </a:spcBef>
              <a:spcAft>
                <a:spcPts val="0"/>
              </a:spcAft>
              <a:buClr>
                <a:schemeClr val="accent1"/>
              </a:buClr>
              <a:buSzPts val="1200"/>
              <a:buFont typeface="Noto Sans Symbols"/>
              <a:buChar char="►"/>
            </a:pPr>
            <a:r>
              <a:rPr b="1" i="0" lang="en-US" sz="1500" u="none" cap="none" strike="noStrike">
                <a:solidFill>
                  <a:srgbClr val="404040"/>
                </a:solidFill>
                <a:latin typeface="Trebuchet MS"/>
                <a:ea typeface="Trebuchet MS"/>
                <a:cs typeface="Trebuchet MS"/>
                <a:sym typeface="Trebuchet MS"/>
              </a:rPr>
              <a:t>Asegurarse que estos eventos sean respondidos en un intervalo mínimo de tiempo.</a:t>
            </a:r>
            <a:endParaRPr/>
          </a:p>
          <a:p>
            <a:pPr indent="-266700" lvl="0" marL="342900" marR="0" rtl="0" algn="l">
              <a:lnSpc>
                <a:spcPct val="100000"/>
              </a:lnSpc>
              <a:spcBef>
                <a:spcPts val="1000"/>
              </a:spcBef>
              <a:spcAft>
                <a:spcPts val="0"/>
              </a:spcAft>
              <a:buClr>
                <a:schemeClr val="accent1"/>
              </a:buClr>
              <a:buSzPts val="1200"/>
              <a:buFont typeface="Noto Sans Symbols"/>
              <a:buNone/>
            </a:pPr>
            <a:r>
              <a:t/>
            </a:r>
            <a:endParaRPr b="1" i="0" sz="1500" u="none" cap="none" strike="noStrike">
              <a:solidFill>
                <a:srgbClr val="404040"/>
              </a:solidFill>
              <a:latin typeface="Trebuchet MS"/>
              <a:ea typeface="Trebuchet MS"/>
              <a:cs typeface="Trebuchet MS"/>
              <a:sym typeface="Trebuchet MS"/>
            </a:endParaRPr>
          </a:p>
        </p:txBody>
      </p:sp>
      <p:pic>
        <p:nvPicPr>
          <p:cNvPr id="214" name="Google Shape;214;p5"/>
          <p:cNvPicPr preferRelativeResize="0"/>
          <p:nvPr/>
        </p:nvPicPr>
        <p:blipFill>
          <a:blip r:embed="rId3">
            <a:alphaModFix/>
          </a:blip>
          <a:stretch>
            <a:fillRect/>
          </a:stretch>
        </p:blipFill>
        <p:spPr>
          <a:xfrm>
            <a:off x="4182225" y="2427275"/>
            <a:ext cx="3351825" cy="2533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1befd1d1c6_0_39"/>
          <p:cNvSpPr txBox="1"/>
          <p:nvPr>
            <p:ph type="title"/>
          </p:nvPr>
        </p:nvSpPr>
        <p:spPr>
          <a:xfrm>
            <a:off x="609600" y="609600"/>
            <a:ext cx="6348300" cy="132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Concurrencia - Ejemplo</a:t>
            </a:r>
            <a:br>
              <a:rPr b="0" i="0" lang="en-US" sz="3600" u="none">
                <a:solidFill>
                  <a:schemeClr val="accent1"/>
                </a:solidFill>
                <a:latin typeface="Trebuchet MS"/>
                <a:ea typeface="Trebuchet MS"/>
                <a:cs typeface="Trebuchet MS"/>
                <a:sym typeface="Trebuchet MS"/>
              </a:rPr>
            </a:br>
            <a:endParaRPr/>
          </a:p>
        </p:txBody>
      </p:sp>
      <p:sp>
        <p:nvSpPr>
          <p:cNvPr id="220" name="Google Shape;220;g21befd1d1c6_0_39"/>
          <p:cNvSpPr txBox="1"/>
          <p:nvPr>
            <p:ph idx="1" type="body"/>
          </p:nvPr>
        </p:nvSpPr>
        <p:spPr>
          <a:xfrm>
            <a:off x="609600" y="1757300"/>
            <a:ext cx="7083600" cy="4707900"/>
          </a:xfrm>
          <a:prstGeom prst="rect">
            <a:avLst/>
          </a:prstGeom>
          <a:noFill/>
          <a:ln>
            <a:noFill/>
          </a:ln>
        </p:spPr>
        <p:txBody>
          <a:bodyPr anchorCtr="0" anchor="t" bIns="45700" lIns="91425" spcFirstLastPara="1" rIns="91425" wrap="square" tIns="45700">
            <a:noAutofit/>
          </a:bodyPr>
          <a:lstStyle/>
          <a:p>
            <a:pPr indent="-312420" lvl="0" marL="457200" marR="0" rtl="0" algn="l">
              <a:lnSpc>
                <a:spcPct val="95000"/>
              </a:lnSpc>
              <a:spcBef>
                <a:spcPts val="1000"/>
              </a:spcBef>
              <a:spcAft>
                <a:spcPts val="0"/>
              </a:spcAft>
              <a:buSzPts val="1320"/>
              <a:buChar char="►"/>
            </a:pPr>
            <a:r>
              <a:rPr lang="en-US" sz="1320"/>
              <a:t>Estás diseñando una </a:t>
            </a:r>
            <a:r>
              <a:rPr b="1" lang="en-US" sz="1320"/>
              <a:t>tienda en línea </a:t>
            </a:r>
            <a:r>
              <a:rPr lang="en-US" sz="1320"/>
              <a:t>donde muchos clientes pueden navegar, agregar productos al carrito y realizar compras al mismo tiempo.</a:t>
            </a:r>
            <a:endParaRPr sz="1320"/>
          </a:p>
          <a:p>
            <a:pPr indent="0" lvl="0" marL="457200" marR="0" rtl="0" algn="l">
              <a:lnSpc>
                <a:spcPct val="95000"/>
              </a:lnSpc>
              <a:spcBef>
                <a:spcPts val="1000"/>
              </a:spcBef>
              <a:spcAft>
                <a:spcPts val="0"/>
              </a:spcAft>
              <a:buNone/>
            </a:pPr>
            <a:r>
              <a:t/>
            </a:r>
            <a:endParaRPr sz="1320"/>
          </a:p>
          <a:p>
            <a:pPr indent="-312420" lvl="0" marL="457200" marR="0" rtl="0" algn="l">
              <a:lnSpc>
                <a:spcPct val="95000"/>
              </a:lnSpc>
              <a:spcBef>
                <a:spcPts val="1000"/>
              </a:spcBef>
              <a:spcAft>
                <a:spcPts val="0"/>
              </a:spcAft>
              <a:buSzPts val="1320"/>
              <a:buChar char="►"/>
            </a:pPr>
            <a:r>
              <a:rPr b="1" lang="en-US" sz="1320"/>
              <a:t>Concurrencia</a:t>
            </a:r>
            <a:r>
              <a:rPr lang="en-US" sz="1320"/>
              <a:t>: La concurrencia se refiere a la capacidad del sistema para manejar múltiples clientes haciendo estas acciones simultáneamente sin que el rendimiento se vea afectado.</a:t>
            </a:r>
            <a:endParaRPr sz="1320"/>
          </a:p>
          <a:p>
            <a:pPr indent="0" lvl="0" marL="457200" marR="0" rtl="0" algn="l">
              <a:lnSpc>
                <a:spcPct val="95000"/>
              </a:lnSpc>
              <a:spcBef>
                <a:spcPts val="1000"/>
              </a:spcBef>
              <a:spcAft>
                <a:spcPts val="0"/>
              </a:spcAft>
              <a:buSzPts val="770"/>
              <a:buNone/>
            </a:pPr>
            <a:r>
              <a:t/>
            </a:r>
            <a:endParaRPr sz="1320"/>
          </a:p>
          <a:p>
            <a:pPr indent="-312420" lvl="0" marL="457200" marR="0" rtl="0" algn="l">
              <a:lnSpc>
                <a:spcPct val="95000"/>
              </a:lnSpc>
              <a:spcBef>
                <a:spcPts val="1000"/>
              </a:spcBef>
              <a:spcAft>
                <a:spcPts val="0"/>
              </a:spcAft>
              <a:buSzPts val="1320"/>
              <a:buChar char="►"/>
            </a:pPr>
            <a:r>
              <a:rPr lang="en-US" sz="1320"/>
              <a:t>Diseño de Arquitectura considerando la concurrencia:</a:t>
            </a:r>
            <a:endParaRPr sz="1320"/>
          </a:p>
          <a:p>
            <a:pPr indent="-312419" lvl="1" marL="914400" marR="0" rtl="0" algn="l">
              <a:lnSpc>
                <a:spcPct val="95000"/>
              </a:lnSpc>
              <a:spcBef>
                <a:spcPts val="1000"/>
              </a:spcBef>
              <a:spcAft>
                <a:spcPts val="0"/>
              </a:spcAft>
              <a:buSzPts val="1320"/>
              <a:buChar char="►"/>
            </a:pPr>
            <a:r>
              <a:rPr b="1" lang="en-US" sz="1320"/>
              <a:t>Base de Datos Concurrente</a:t>
            </a:r>
            <a:r>
              <a:rPr lang="en-US" sz="1320"/>
              <a:t>: soporta transacciones concurrentes, permitiendo que varios clientes puedan agregar productos al carrito al mismo tiempo sin problemas de bloqueo o errores.</a:t>
            </a:r>
            <a:endParaRPr sz="1320"/>
          </a:p>
          <a:p>
            <a:pPr indent="-312419" lvl="1" marL="914400" marR="0" rtl="0" algn="l">
              <a:lnSpc>
                <a:spcPct val="95000"/>
              </a:lnSpc>
              <a:spcBef>
                <a:spcPts val="1000"/>
              </a:spcBef>
              <a:spcAft>
                <a:spcPts val="0"/>
              </a:spcAft>
              <a:buSzPts val="1320"/>
              <a:buChar char="►"/>
            </a:pPr>
            <a:r>
              <a:rPr b="1" lang="en-US" sz="1320"/>
              <a:t>Servidores Web Concurrentes</a:t>
            </a:r>
            <a:r>
              <a:rPr lang="en-US" sz="1320"/>
              <a:t>: Configuras varios servidores web que pueden procesar solicitudes de clientes en paralelo. Cuando un cliente hace clic en un producto, su solicitud es manejada por uno de los muchos servidores disponibles.</a:t>
            </a:r>
            <a:endParaRPr sz="1320"/>
          </a:p>
          <a:p>
            <a:pPr indent="-312419" lvl="1" marL="914400" marR="0" rtl="0" algn="l">
              <a:lnSpc>
                <a:spcPct val="95000"/>
              </a:lnSpc>
              <a:spcBef>
                <a:spcPts val="0"/>
              </a:spcBef>
              <a:spcAft>
                <a:spcPts val="0"/>
              </a:spcAft>
              <a:buSzPts val="1320"/>
              <a:buChar char="►"/>
            </a:pPr>
            <a:r>
              <a:rPr b="1" lang="en-US" sz="1320"/>
              <a:t>Colas de Mensajes</a:t>
            </a:r>
            <a:r>
              <a:rPr lang="en-US" sz="1320"/>
              <a:t>: Implementas colas de mensajes para manejar operaciones como el procesamiento de pagos y la actualización de inventarios. Cada vez que un cliente realiza una compra, una tarea es enviada a la cola de mensajes y procesada en paralelo con otras tareas similares.</a:t>
            </a:r>
            <a:endParaRPr sz="132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7"/>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Manejo y Control de eventos</a:t>
            </a:r>
            <a:br>
              <a:rPr b="0" i="0" lang="en-US" sz="3600" u="none">
                <a:solidFill>
                  <a:schemeClr val="accent1"/>
                </a:solidFill>
                <a:latin typeface="Trebuchet MS"/>
                <a:ea typeface="Trebuchet MS"/>
                <a:cs typeface="Trebuchet MS"/>
                <a:sym typeface="Trebuchet MS"/>
              </a:rPr>
            </a:br>
            <a:r>
              <a:rPr b="0" i="0" lang="en-US" sz="2000" u="none">
                <a:solidFill>
                  <a:schemeClr val="accent1"/>
                </a:solidFill>
                <a:latin typeface="Trebuchet MS"/>
                <a:ea typeface="Trebuchet MS"/>
                <a:cs typeface="Trebuchet MS"/>
                <a:sym typeface="Trebuchet MS"/>
              </a:rPr>
              <a:t>(Event handling and control)</a:t>
            </a:r>
            <a:endParaRPr/>
          </a:p>
        </p:txBody>
      </p:sp>
      <p:sp>
        <p:nvSpPr>
          <p:cNvPr id="226" name="Google Shape;226;p7"/>
          <p:cNvSpPr txBox="1"/>
          <p:nvPr>
            <p:ph idx="1" type="body"/>
          </p:nvPr>
        </p:nvSpPr>
        <p:spPr>
          <a:xfrm>
            <a:off x="609600" y="2160587"/>
            <a:ext cx="3087687" cy="38814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Un evento es una acción reconocida por el software que puede ser manejada/administrada por el software.</a:t>
            </a:r>
            <a:endParaRPr/>
          </a:p>
          <a:p>
            <a:pPr indent="-251459" lvl="0" marL="342900" marR="0" rtl="0" algn="l">
              <a:lnSpc>
                <a:spcPct val="100000"/>
              </a:lnSpc>
              <a:spcBef>
                <a:spcPts val="1000"/>
              </a:spcBef>
              <a:spcAft>
                <a:spcPts val="0"/>
              </a:spcAft>
              <a:buClr>
                <a:schemeClr val="accent1"/>
              </a:buClr>
              <a:buSzPts val="1440"/>
              <a:buFont typeface="Noto Sans Symbols"/>
              <a:buNone/>
            </a:pPr>
            <a:r>
              <a:t/>
            </a:r>
            <a:endParaRPr b="0" i="0" sz="1800" u="none">
              <a:solidFill>
                <a:srgbClr val="404040"/>
              </a:solidFill>
              <a:latin typeface="Trebuchet MS"/>
              <a:ea typeface="Trebuchet MS"/>
              <a:cs typeface="Trebuchet MS"/>
              <a:sym typeface="Trebuchet MS"/>
            </a:endParaRPr>
          </a:p>
          <a:p>
            <a:pPr indent="0" lvl="0" marL="0" marR="0" rtl="0" algn="l">
              <a:lnSpc>
                <a:spcPct val="100000"/>
              </a:lnSpc>
              <a:spcBef>
                <a:spcPts val="1000"/>
              </a:spcBef>
              <a:spcAft>
                <a:spcPts val="0"/>
              </a:spcAft>
              <a:buNone/>
            </a:pPr>
            <a:r>
              <a:t/>
            </a:r>
            <a:endParaRPr/>
          </a:p>
        </p:txBody>
      </p:sp>
      <p:sp>
        <p:nvSpPr>
          <p:cNvPr id="227" name="Google Shape;227;p7"/>
          <p:cNvSpPr txBox="1"/>
          <p:nvPr>
            <p:ph idx="2" type="body"/>
          </p:nvPr>
        </p:nvSpPr>
        <p:spPr>
          <a:xfrm>
            <a:off x="3868737" y="2160587"/>
            <a:ext cx="3089275" cy="3881437"/>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Generados por el usuario:</a:t>
            </a:r>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404040"/>
                </a:solidFill>
                <a:latin typeface="Trebuchet MS"/>
                <a:ea typeface="Trebuchet MS"/>
                <a:cs typeface="Trebuchet MS"/>
                <a:sym typeface="Trebuchet MS"/>
              </a:rPr>
              <a:t>Click</a:t>
            </a:r>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404040"/>
                </a:solidFill>
                <a:latin typeface="Trebuchet MS"/>
                <a:ea typeface="Trebuchet MS"/>
                <a:cs typeface="Trebuchet MS"/>
                <a:sym typeface="Trebuchet MS"/>
              </a:rPr>
              <a:t>Eventos del teclado</a:t>
            </a:r>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404040"/>
                </a:solidFill>
                <a:latin typeface="Trebuchet MS"/>
                <a:ea typeface="Trebuchet MS"/>
                <a:cs typeface="Trebuchet MS"/>
                <a:sym typeface="Trebuchet MS"/>
              </a:rPr>
              <a:t>Tap en una mobile app</a:t>
            </a:r>
            <a:endParaRPr/>
          </a:p>
          <a:p>
            <a:pPr indent="-204469" lvl="1" marL="742950" marR="0" rtl="0" algn="l">
              <a:lnSpc>
                <a:spcPct val="100000"/>
              </a:lnSpc>
              <a:spcBef>
                <a:spcPts val="1000"/>
              </a:spcBef>
              <a:spcAft>
                <a:spcPts val="0"/>
              </a:spcAft>
              <a:buClr>
                <a:schemeClr val="accent1"/>
              </a:buClr>
              <a:buSzPts val="1280"/>
              <a:buFont typeface="Noto Sans Symbols"/>
              <a:buNone/>
            </a:pPr>
            <a:r>
              <a:t/>
            </a:r>
            <a:endParaRPr b="0" i="0" sz="1600" u="none" cap="none" strike="noStrike">
              <a:solidFill>
                <a:srgbClr val="404040"/>
              </a:solidFill>
              <a:latin typeface="Trebuchet MS"/>
              <a:ea typeface="Trebuchet MS"/>
              <a:cs typeface="Trebuchet MS"/>
              <a:sym typeface="Trebuchet MS"/>
            </a:endParaRPr>
          </a:p>
          <a:p>
            <a:pPr indent="-261620" lvl="0" marL="342900" marR="0" rtl="0" algn="l">
              <a:lnSpc>
                <a:spcPct val="100000"/>
              </a:lnSpc>
              <a:spcBef>
                <a:spcPts val="1000"/>
              </a:spcBef>
              <a:spcAft>
                <a:spcPts val="0"/>
              </a:spcAft>
              <a:buClr>
                <a:schemeClr val="accent1"/>
              </a:buClr>
              <a:buSzPts val="1280"/>
              <a:buFont typeface="Noto Sans Symbols"/>
              <a:buNone/>
            </a:pPr>
            <a:r>
              <a:t/>
            </a:r>
            <a:endParaRPr b="0" i="0" sz="1600" u="none" cap="none" strike="noStrike">
              <a:solidFill>
                <a:srgbClr val="404040"/>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1befd1d1c6_0_46"/>
          <p:cNvSpPr txBox="1"/>
          <p:nvPr>
            <p:ph type="title"/>
          </p:nvPr>
        </p:nvSpPr>
        <p:spPr>
          <a:xfrm>
            <a:off x="609600" y="609600"/>
            <a:ext cx="6348300" cy="132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lang="en-US"/>
              <a:t>Manejo y control de eventos</a:t>
            </a:r>
            <a:r>
              <a:rPr b="0" i="0" lang="en-US" sz="3600" u="none">
                <a:solidFill>
                  <a:schemeClr val="accent1"/>
                </a:solidFill>
                <a:latin typeface="Trebuchet MS"/>
                <a:ea typeface="Trebuchet MS"/>
                <a:cs typeface="Trebuchet MS"/>
                <a:sym typeface="Trebuchet MS"/>
              </a:rPr>
              <a:t> - Ejemplo</a:t>
            </a:r>
            <a:br>
              <a:rPr b="0" i="0" lang="en-US" sz="3600" u="none">
                <a:solidFill>
                  <a:schemeClr val="accent1"/>
                </a:solidFill>
                <a:latin typeface="Trebuchet MS"/>
                <a:ea typeface="Trebuchet MS"/>
                <a:cs typeface="Trebuchet MS"/>
                <a:sym typeface="Trebuchet MS"/>
              </a:rPr>
            </a:br>
            <a:endParaRPr/>
          </a:p>
        </p:txBody>
      </p:sp>
      <p:sp>
        <p:nvSpPr>
          <p:cNvPr id="233" name="Google Shape;233;g21befd1d1c6_0_46"/>
          <p:cNvSpPr txBox="1"/>
          <p:nvPr>
            <p:ph idx="1" type="body"/>
          </p:nvPr>
        </p:nvSpPr>
        <p:spPr>
          <a:xfrm>
            <a:off x="609600" y="1930500"/>
            <a:ext cx="7083600" cy="4534800"/>
          </a:xfrm>
          <a:prstGeom prst="rect">
            <a:avLst/>
          </a:prstGeom>
          <a:noFill/>
          <a:ln>
            <a:noFill/>
          </a:ln>
        </p:spPr>
        <p:txBody>
          <a:bodyPr anchorCtr="0" anchor="t" bIns="45700" lIns="91425" spcFirstLastPara="1" rIns="91425" wrap="square" tIns="45700">
            <a:noAutofit/>
          </a:bodyPr>
          <a:lstStyle/>
          <a:p>
            <a:pPr indent="-312420" lvl="0" marL="457200" marR="0" rtl="0" algn="l">
              <a:lnSpc>
                <a:spcPct val="95000"/>
              </a:lnSpc>
              <a:spcBef>
                <a:spcPts val="1000"/>
              </a:spcBef>
              <a:spcAft>
                <a:spcPts val="0"/>
              </a:spcAft>
              <a:buSzPts val="1320"/>
              <a:buChar char="►"/>
            </a:pPr>
            <a:r>
              <a:rPr lang="en-US" sz="1320"/>
              <a:t>Estás diseñando un </a:t>
            </a:r>
            <a:r>
              <a:rPr b="1" lang="en-US" sz="1320"/>
              <a:t>sistema para monitorear sensores en una fábrica</a:t>
            </a:r>
            <a:r>
              <a:rPr lang="en-US" sz="1320"/>
              <a:t>. Estos sensores registran datos como temperatura, humedad y vibraciones, y envían estos datos al sistema en tiempo real.</a:t>
            </a:r>
            <a:endParaRPr sz="1320"/>
          </a:p>
          <a:p>
            <a:pPr indent="-312420" lvl="0" marL="457200" marR="0" rtl="0" algn="l">
              <a:lnSpc>
                <a:spcPct val="95000"/>
              </a:lnSpc>
              <a:spcBef>
                <a:spcPts val="1000"/>
              </a:spcBef>
              <a:spcAft>
                <a:spcPts val="0"/>
              </a:spcAft>
              <a:buSzPts val="1320"/>
              <a:buChar char="►"/>
            </a:pPr>
            <a:r>
              <a:rPr b="1" lang="en-US" sz="1320"/>
              <a:t>Manejo y Control de Eventos</a:t>
            </a:r>
            <a:r>
              <a:rPr lang="en-US" sz="1320"/>
              <a:t>: El manejo y control de eventos se refiere a cómo el sistema responde a los datos que envían los sensores. Cada vez que un sensor envía un dato, esto se considera un "evento".</a:t>
            </a:r>
            <a:endParaRPr sz="1320"/>
          </a:p>
          <a:p>
            <a:pPr indent="-312420" lvl="0" marL="457200" marR="0" rtl="0" algn="l">
              <a:lnSpc>
                <a:spcPct val="95000"/>
              </a:lnSpc>
              <a:spcBef>
                <a:spcPts val="1000"/>
              </a:spcBef>
              <a:spcAft>
                <a:spcPts val="0"/>
              </a:spcAft>
              <a:buSzPts val="1320"/>
              <a:buChar char="►"/>
            </a:pPr>
            <a:r>
              <a:rPr lang="en-US" sz="1320"/>
              <a:t>Diseño de Arquitectura considerando manejo y control de eventos:</a:t>
            </a:r>
            <a:endParaRPr sz="1320"/>
          </a:p>
          <a:p>
            <a:pPr indent="-312419" lvl="1" marL="914400" marR="0" rtl="0" algn="l">
              <a:lnSpc>
                <a:spcPct val="95000"/>
              </a:lnSpc>
              <a:spcBef>
                <a:spcPts val="1000"/>
              </a:spcBef>
              <a:spcAft>
                <a:spcPts val="0"/>
              </a:spcAft>
              <a:buSzPts val="1320"/>
              <a:buChar char="►"/>
            </a:pPr>
            <a:r>
              <a:rPr lang="en-US" sz="1320"/>
              <a:t>Captura de Eventos: Utilizas un servidor de eventos que recibe los datos de los sensores. Cada dato recibido es un evento que el servidor de eventos captura.</a:t>
            </a:r>
            <a:endParaRPr sz="1320"/>
          </a:p>
          <a:p>
            <a:pPr indent="-312419" lvl="1" marL="914400" marR="0" rtl="0" algn="l">
              <a:lnSpc>
                <a:spcPct val="95000"/>
              </a:lnSpc>
              <a:spcBef>
                <a:spcPts val="1000"/>
              </a:spcBef>
              <a:spcAft>
                <a:spcPts val="0"/>
              </a:spcAft>
              <a:buSzPts val="1320"/>
              <a:buChar char="►"/>
            </a:pPr>
            <a:r>
              <a:rPr lang="en-US" sz="1320"/>
              <a:t>Procesadores de Eventos: Configuras procesadores de eventos que realizan tareas específicas basadas en los datos recibidos. Por ejemplo, un procesador puede verificar si la temperatura excede un límite seguro y, si es así, genera una alerta.</a:t>
            </a:r>
            <a:endParaRPr sz="1320"/>
          </a:p>
          <a:p>
            <a:pPr indent="-312419" lvl="1" marL="914400" marR="0" rtl="0" algn="l">
              <a:lnSpc>
                <a:spcPct val="95000"/>
              </a:lnSpc>
              <a:spcBef>
                <a:spcPts val="1000"/>
              </a:spcBef>
              <a:spcAft>
                <a:spcPts val="0"/>
              </a:spcAft>
              <a:buSzPts val="1320"/>
              <a:buChar char="►"/>
            </a:pPr>
            <a:r>
              <a:rPr lang="en-US" sz="1320"/>
              <a:t>Colas de Eventos: Implementas colas de eventos para gestionar los datos entrantes. </a:t>
            </a:r>
            <a:endParaRPr sz="1320"/>
          </a:p>
          <a:p>
            <a:pPr indent="-312419" lvl="1" marL="914400" marR="0" rtl="0" algn="l">
              <a:lnSpc>
                <a:spcPct val="95000"/>
              </a:lnSpc>
              <a:spcBef>
                <a:spcPts val="1000"/>
              </a:spcBef>
              <a:spcAft>
                <a:spcPts val="1000"/>
              </a:spcAft>
              <a:buSzPts val="1320"/>
              <a:buChar char="►"/>
            </a:pPr>
            <a:r>
              <a:rPr lang="en-US" sz="1320"/>
              <a:t>Sistema de Notificaciones: Si un evento requiere una acción inmediata (por ejemplo, una temperatura excesivamente alta), el sistema de notificaciones envía alertas a los responsables de la fábrica por medio de correos electrónicos o mensajes SMS (Publish-subscribe).</a:t>
            </a:r>
            <a:endParaRPr sz="132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6"/>
          <p:cNvSpPr txBox="1"/>
          <p:nvPr>
            <p:ph type="title"/>
          </p:nvPr>
        </p:nvSpPr>
        <p:spPr>
          <a:xfrm>
            <a:off x="378775" y="811275"/>
            <a:ext cx="2930100" cy="872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Concurrencia</a:t>
            </a:r>
            <a:endParaRPr/>
          </a:p>
        </p:txBody>
      </p:sp>
      <p:sp>
        <p:nvSpPr>
          <p:cNvPr id="239" name="Google Shape;239;p6"/>
          <p:cNvSpPr txBox="1"/>
          <p:nvPr>
            <p:ph idx="1" type="body"/>
          </p:nvPr>
        </p:nvSpPr>
        <p:spPr>
          <a:xfrm>
            <a:off x="609600" y="2087325"/>
            <a:ext cx="2795400" cy="3881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Proceso</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Tarea</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Hilo</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Eficiencia</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Atomicidad</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Sincronización</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Programación de trabajo y carga (Scheduling)</a:t>
            </a:r>
            <a:endParaRPr/>
          </a:p>
        </p:txBody>
      </p:sp>
      <p:sp>
        <p:nvSpPr>
          <p:cNvPr id="240" name="Google Shape;240;p6"/>
          <p:cNvSpPr txBox="1"/>
          <p:nvPr>
            <p:ph idx="1" type="body"/>
          </p:nvPr>
        </p:nvSpPr>
        <p:spPr>
          <a:xfrm>
            <a:off x="4328325" y="2160575"/>
            <a:ext cx="2629500" cy="3881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Flujo de control (control flow)</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Eventos reactivos</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Eventos temporales</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Call backs</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Interrupciones de sistema</a:t>
            </a:r>
            <a:endParaRPr/>
          </a:p>
          <a:p>
            <a:pPr indent="-342900" lvl="0" marL="342900" marR="0" rtl="0" algn="l">
              <a:lnSpc>
                <a:spcPct val="10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sincronización</a:t>
            </a:r>
            <a:endParaRPr/>
          </a:p>
        </p:txBody>
      </p:sp>
      <p:sp>
        <p:nvSpPr>
          <p:cNvPr id="241" name="Google Shape;241;p6"/>
          <p:cNvSpPr txBox="1"/>
          <p:nvPr>
            <p:ph type="title"/>
          </p:nvPr>
        </p:nvSpPr>
        <p:spPr>
          <a:xfrm>
            <a:off x="3769300" y="657700"/>
            <a:ext cx="3612900" cy="1679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1"/>
              </a:buClr>
              <a:buSzPts val="3600"/>
              <a:buFont typeface="Trebuchet MS"/>
              <a:buNone/>
            </a:pPr>
            <a:r>
              <a:rPr b="0" i="0" lang="en-US" sz="3400" u="none">
                <a:solidFill>
                  <a:schemeClr val="accent1"/>
                </a:solidFill>
                <a:latin typeface="Trebuchet MS"/>
                <a:ea typeface="Trebuchet MS"/>
                <a:cs typeface="Trebuchet MS"/>
                <a:sym typeface="Trebuchet MS"/>
              </a:rPr>
              <a:t>Manejo y Control de Eventos</a:t>
            </a:r>
            <a:endParaRPr sz="3400"/>
          </a:p>
        </p:txBody>
      </p:sp>
      <p:sp>
        <p:nvSpPr>
          <p:cNvPr id="242" name="Google Shape;242;p6"/>
          <p:cNvSpPr txBox="1"/>
          <p:nvPr/>
        </p:nvSpPr>
        <p:spPr>
          <a:xfrm>
            <a:off x="3655500" y="5580275"/>
            <a:ext cx="361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404040"/>
                </a:solidFill>
                <a:latin typeface="Trebuchet MS"/>
                <a:ea typeface="Trebuchet MS"/>
                <a:cs typeface="Trebuchet MS"/>
                <a:sym typeface="Trebuchet MS"/>
              </a:rPr>
              <a:t>Leer cada concepto en casa…</a:t>
            </a:r>
            <a:endParaRPr b="1" sz="1800">
              <a:solidFill>
                <a:srgbClr val="404040"/>
              </a:solidFill>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0"/>
          <p:cNvSpPr txBox="1"/>
          <p:nvPr>
            <p:ph type="title"/>
          </p:nvPr>
        </p:nvSpPr>
        <p:spPr>
          <a:xfrm>
            <a:off x="609600" y="609600"/>
            <a:ext cx="6347700" cy="132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2800"/>
              <a:buFont typeface="Trebuchet MS"/>
              <a:buNone/>
            </a:pPr>
            <a:r>
              <a:rPr b="0" i="0" lang="en-US" sz="2800" u="none">
                <a:solidFill>
                  <a:schemeClr val="accent1"/>
                </a:solidFill>
                <a:latin typeface="Trebuchet MS"/>
                <a:ea typeface="Trebuchet MS"/>
                <a:cs typeface="Trebuchet MS"/>
                <a:sym typeface="Trebuchet MS"/>
              </a:rPr>
              <a:t>Persistencia vs </a:t>
            </a:r>
            <a:br>
              <a:rPr b="0" i="0" lang="en-US" sz="2800" u="none">
                <a:solidFill>
                  <a:schemeClr val="accent1"/>
                </a:solidFill>
                <a:latin typeface="Trebuchet MS"/>
                <a:ea typeface="Trebuchet MS"/>
                <a:cs typeface="Trebuchet MS"/>
                <a:sym typeface="Trebuchet MS"/>
              </a:rPr>
            </a:br>
            <a:r>
              <a:rPr b="0" i="0" lang="en-US" sz="2800" u="none">
                <a:solidFill>
                  <a:schemeClr val="accent1"/>
                </a:solidFill>
                <a:latin typeface="Trebuchet MS"/>
                <a:ea typeface="Trebuchet MS"/>
                <a:cs typeface="Trebuchet MS"/>
                <a:sym typeface="Trebuchet MS"/>
              </a:rPr>
              <a:t>Almacenamiento de datos</a:t>
            </a:r>
            <a:endParaRPr/>
          </a:p>
        </p:txBody>
      </p:sp>
      <p:sp>
        <p:nvSpPr>
          <p:cNvPr id="248" name="Google Shape;248;p10"/>
          <p:cNvSpPr txBox="1"/>
          <p:nvPr>
            <p:ph idx="1" type="body"/>
          </p:nvPr>
        </p:nvSpPr>
        <p:spPr>
          <a:xfrm>
            <a:off x="609600" y="2160589"/>
            <a:ext cx="3088200" cy="3880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Persistencia</a:t>
            </a:r>
            <a:endParaRPr b="1"/>
          </a:p>
          <a:p>
            <a:pPr indent="0" lvl="0" marL="0" rtl="0" algn="l">
              <a:spcBef>
                <a:spcPts val="1000"/>
              </a:spcBef>
              <a:spcAft>
                <a:spcPts val="0"/>
              </a:spcAft>
              <a:buNone/>
            </a:pPr>
            <a:r>
              <a:rPr lang="en-US"/>
              <a:t>Se refiere a la característica de los datos que garantiza que estos se mantengan disponibles y no se pierdan después de la finalización del programa que los generó o manipuló. </a:t>
            </a:r>
            <a:endParaRPr/>
          </a:p>
          <a:p>
            <a:pPr indent="0" lvl="0" marL="0" rtl="0" algn="l">
              <a:spcBef>
                <a:spcPts val="1000"/>
              </a:spcBef>
              <a:spcAft>
                <a:spcPts val="0"/>
              </a:spcAft>
              <a:buNone/>
            </a:pPr>
            <a:r>
              <a:rPr lang="en-US"/>
              <a:t>Es el acto de almacenar datos de manera que sobrevivan al cierre de la aplicación que los creó.</a:t>
            </a:r>
            <a:endParaRPr/>
          </a:p>
        </p:txBody>
      </p:sp>
      <p:sp>
        <p:nvSpPr>
          <p:cNvPr id="249" name="Google Shape;249;p10"/>
          <p:cNvSpPr txBox="1"/>
          <p:nvPr>
            <p:ph idx="2" type="body"/>
          </p:nvPr>
        </p:nvSpPr>
        <p:spPr>
          <a:xfrm>
            <a:off x="3869204" y="2160590"/>
            <a:ext cx="3088200" cy="3880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Almacenamiento de datos</a:t>
            </a:r>
            <a:endParaRPr b="1"/>
          </a:p>
          <a:p>
            <a:pPr indent="0" lvl="0" marL="0" rtl="0" algn="l">
              <a:spcBef>
                <a:spcPts val="1000"/>
              </a:spcBef>
              <a:spcAft>
                <a:spcPts val="0"/>
              </a:spcAft>
              <a:buNone/>
            </a:pPr>
            <a:r>
              <a:rPr lang="en-US"/>
              <a:t>Se refiere al acto físico de guardar datos en un medio de almacenamiento, como discos duros, unidades SSD, memorias flash, o cualquier otro dispositivo físico o virtual que pueda almacenar datos.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2"/>
          <p:cNvSpPr txBox="1"/>
          <p:nvPr>
            <p:ph type="title"/>
          </p:nvPr>
        </p:nvSpPr>
        <p:spPr>
          <a:xfrm>
            <a:off x="609600" y="2700337"/>
            <a:ext cx="6348412" cy="182721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accent1"/>
              </a:buClr>
              <a:buSzPts val="4000"/>
              <a:buFont typeface="Trebuchet MS"/>
              <a:buNone/>
            </a:pPr>
            <a:r>
              <a:rPr b="0" i="0" lang="en-US" sz="4000" u="none">
                <a:solidFill>
                  <a:schemeClr val="accent1"/>
                </a:solidFill>
                <a:latin typeface="Trebuchet MS"/>
                <a:ea typeface="Trebuchet MS"/>
                <a:cs typeface="Trebuchet MS"/>
                <a:sym typeface="Trebuchet MS"/>
              </a:rPr>
              <a:t>Distribución de componentes</a:t>
            </a:r>
            <a:endParaRPr/>
          </a:p>
        </p:txBody>
      </p:sp>
      <p:sp>
        <p:nvSpPr>
          <p:cNvPr id="255" name="Google Shape;255;p12"/>
          <p:cNvSpPr txBox="1"/>
          <p:nvPr>
            <p:ph idx="1" type="body"/>
          </p:nvPr>
        </p:nvSpPr>
        <p:spPr>
          <a:xfrm>
            <a:off x="609600" y="4527550"/>
            <a:ext cx="6348412" cy="8604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r>
              <a:rPr b="0" i="0" lang="en-US" sz="2000" u="none">
                <a:solidFill>
                  <a:srgbClr val="7F7F7F"/>
                </a:solidFill>
                <a:latin typeface="Trebuchet MS"/>
                <a:ea typeface="Trebuchet MS"/>
                <a:cs typeface="Trebuchet MS"/>
                <a:sym typeface="Trebuchet MS"/>
              </a:rPr>
              <a:t>Middleware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3"/>
          <p:cNvSpPr txBox="1"/>
          <p:nvPr>
            <p:ph type="title"/>
          </p:nvPr>
        </p:nvSpPr>
        <p:spPr>
          <a:xfrm>
            <a:off x="457200" y="122237"/>
            <a:ext cx="7543800" cy="1295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Middleware	</a:t>
            </a:r>
            <a:endParaRPr/>
          </a:p>
        </p:txBody>
      </p:sp>
      <p:sp>
        <p:nvSpPr>
          <p:cNvPr id="261" name="Google Shape;261;p13"/>
          <p:cNvSpPr txBox="1"/>
          <p:nvPr>
            <p:ph idx="1" type="body"/>
          </p:nvPr>
        </p:nvSpPr>
        <p:spPr>
          <a:xfrm>
            <a:off x="457200" y="1719262"/>
            <a:ext cx="4267200" cy="44116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Software que conecta componentes de software o aplicaciones.</a:t>
            </a:r>
            <a:endParaRPr/>
          </a:p>
          <a:p>
            <a:pPr indent="-241300" lvl="0" marL="342900" marR="0" rtl="0" algn="l">
              <a:lnSpc>
                <a:spcPct val="80000"/>
              </a:lnSpc>
              <a:spcBef>
                <a:spcPts val="1000"/>
              </a:spcBef>
              <a:spcAft>
                <a:spcPts val="0"/>
              </a:spcAft>
              <a:buClr>
                <a:schemeClr val="accent1"/>
              </a:buClr>
              <a:buSzPts val="1600"/>
              <a:buFont typeface="Noto Sans Symbols"/>
              <a:buNone/>
            </a:pPr>
            <a:r>
              <a:t/>
            </a:r>
            <a:endParaRPr b="0" i="0" sz="2000" u="none" cap="none" strike="noStrike">
              <a:solidFill>
                <a:srgbClr val="404040"/>
              </a:solidFill>
              <a:latin typeface="Trebuchet MS"/>
              <a:ea typeface="Trebuchet MS"/>
              <a:cs typeface="Trebuchet MS"/>
              <a:sym typeface="Trebuchet MS"/>
            </a:endParaRPr>
          </a:p>
          <a:p>
            <a:pPr indent="-342900" lvl="0" marL="342900" marR="0" rtl="0" algn="l">
              <a:lnSpc>
                <a:spcPct val="80000"/>
              </a:lnSpc>
              <a:spcBef>
                <a:spcPts val="100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Proveen interoperabilidad que soportan arquitecturas distribuidas</a:t>
            </a:r>
            <a:endParaRPr/>
          </a:p>
          <a:p>
            <a:pPr indent="-241300" lvl="0" marL="342900" marR="0" rtl="0" algn="l">
              <a:lnSpc>
                <a:spcPct val="80000"/>
              </a:lnSpc>
              <a:spcBef>
                <a:spcPts val="1000"/>
              </a:spcBef>
              <a:spcAft>
                <a:spcPts val="0"/>
              </a:spcAft>
              <a:buClr>
                <a:schemeClr val="accent1"/>
              </a:buClr>
              <a:buSzPts val="1600"/>
              <a:buFont typeface="Noto Sans Symbols"/>
              <a:buNone/>
            </a:pPr>
            <a:r>
              <a:t/>
            </a:r>
            <a:endParaRPr b="0" i="0" sz="2000" u="none" cap="none" strike="noStrike">
              <a:solidFill>
                <a:srgbClr val="404040"/>
              </a:solidFill>
              <a:latin typeface="Trebuchet MS"/>
              <a:ea typeface="Trebuchet MS"/>
              <a:cs typeface="Trebuchet MS"/>
              <a:sym typeface="Trebuchet MS"/>
            </a:endParaRPr>
          </a:p>
          <a:p>
            <a:pPr indent="-342900" lvl="0" marL="342900" marR="0" rtl="0" algn="l">
              <a:lnSpc>
                <a:spcPct val="80000"/>
              </a:lnSpc>
              <a:spcBef>
                <a:spcPts val="100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Middleware est</a:t>
            </a:r>
            <a:r>
              <a:rPr lang="en-US" sz="2000"/>
              <a:t>á</a:t>
            </a:r>
            <a:r>
              <a:rPr b="0" i="0" lang="en-US" sz="2000" u="none" cap="none" strike="noStrike">
                <a:solidFill>
                  <a:srgbClr val="404040"/>
                </a:solidFill>
                <a:latin typeface="Trebuchet MS"/>
                <a:ea typeface="Trebuchet MS"/>
                <a:cs typeface="Trebuchet MS"/>
                <a:sym typeface="Trebuchet MS"/>
              </a:rPr>
              <a:t> en el medio entre </a:t>
            </a:r>
            <a:r>
              <a:rPr b="1" i="0" lang="en-US" sz="2000" u="none" cap="none" strike="noStrike">
                <a:solidFill>
                  <a:srgbClr val="404040"/>
                </a:solidFill>
                <a:latin typeface="Trebuchet MS"/>
                <a:ea typeface="Trebuchet MS"/>
                <a:cs typeface="Trebuchet MS"/>
                <a:sym typeface="Trebuchet MS"/>
              </a:rPr>
              <a:t>software de aplicaciones</a:t>
            </a:r>
            <a:r>
              <a:rPr b="0" i="0" lang="en-US" sz="2000" u="none" cap="none" strike="noStrike">
                <a:solidFill>
                  <a:srgbClr val="404040"/>
                </a:solidFill>
                <a:latin typeface="Trebuchet MS"/>
                <a:ea typeface="Trebuchet MS"/>
                <a:cs typeface="Trebuchet MS"/>
                <a:sym typeface="Trebuchet MS"/>
              </a:rPr>
              <a:t> trabajando en diferentes </a:t>
            </a:r>
            <a:r>
              <a:rPr b="1" i="0" lang="en-US" sz="2000" u="none" cap="none" strike="noStrike">
                <a:solidFill>
                  <a:srgbClr val="404040"/>
                </a:solidFill>
                <a:latin typeface="Trebuchet MS"/>
                <a:ea typeface="Trebuchet MS"/>
                <a:cs typeface="Trebuchet MS"/>
                <a:sym typeface="Trebuchet MS"/>
              </a:rPr>
              <a:t>sistemas operativos</a:t>
            </a:r>
            <a:r>
              <a:rPr b="0" i="0" lang="en-US" sz="2000" u="none" cap="none" strike="noStrike">
                <a:solidFill>
                  <a:srgbClr val="404040"/>
                </a:solidFill>
                <a:latin typeface="Trebuchet MS"/>
                <a:ea typeface="Trebuchet MS"/>
                <a:cs typeface="Trebuchet MS"/>
                <a:sym typeface="Trebuchet MS"/>
              </a:rPr>
              <a:t> </a:t>
            </a:r>
            <a:endParaRPr/>
          </a:p>
        </p:txBody>
      </p:sp>
      <p:pic>
        <p:nvPicPr>
          <p:cNvPr id="262" name="Google Shape;262;p13"/>
          <p:cNvPicPr preferRelativeResize="0"/>
          <p:nvPr/>
        </p:nvPicPr>
        <p:blipFill rotWithShape="1">
          <a:blip r:embed="rId3">
            <a:alphaModFix/>
          </a:blip>
          <a:srcRect b="0" l="0" r="0" t="0"/>
          <a:stretch/>
        </p:blipFill>
        <p:spPr>
          <a:xfrm>
            <a:off x="4572000" y="1447800"/>
            <a:ext cx="4095750" cy="3533775"/>
          </a:xfrm>
          <a:prstGeom prst="rect">
            <a:avLst/>
          </a:prstGeom>
          <a:noFill/>
          <a:ln>
            <a:noFill/>
          </a:ln>
        </p:spPr>
      </p:pic>
      <p:sp>
        <p:nvSpPr>
          <p:cNvPr id="263" name="Google Shape;263;p13"/>
          <p:cNvSpPr txBox="1"/>
          <p:nvPr/>
        </p:nvSpPr>
        <p:spPr>
          <a:xfrm>
            <a:off x="5105400" y="5334000"/>
            <a:ext cx="3733800" cy="10064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000"/>
              <a:buFont typeface="Arial"/>
              <a:buNone/>
            </a:pPr>
            <a:r>
              <a:rPr b="1" i="0" lang="en-US" sz="1000" u="none" cap="none" strike="noStrike">
                <a:solidFill>
                  <a:schemeClr val="hlink"/>
                </a:solidFill>
                <a:latin typeface="Arial"/>
                <a:ea typeface="Arial"/>
                <a:cs typeface="Arial"/>
                <a:sym typeface="Arial"/>
              </a:rPr>
              <a:t>Using XML-RPC for Web services: XML-RPC Middleware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1000"/>
              <a:buFont typeface="Arial"/>
              <a:buNone/>
            </a:pPr>
            <a:r>
              <a:rPr b="1" i="0" lang="en-US" sz="1000" u="none" cap="none" strike="noStrike">
                <a:solidFill>
                  <a:schemeClr val="hlink"/>
                </a:solidFill>
                <a:latin typeface="Arial"/>
                <a:ea typeface="Arial"/>
                <a:cs typeface="Arial"/>
                <a:sym typeface="Arial"/>
              </a:rPr>
              <a:t>IBM – Developers work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1" i="0" sz="10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1000"/>
              <a:buFont typeface="Arial"/>
              <a:buNone/>
            </a:pPr>
            <a:r>
              <a:rPr b="1" i="0" lang="en-US" sz="1000" u="none" cap="none" strike="noStrike">
                <a:solidFill>
                  <a:schemeClr val="hlink"/>
                </a:solidFill>
                <a:latin typeface="Arial"/>
                <a:ea typeface="Arial"/>
                <a:cs typeface="Arial"/>
                <a:sym typeface="Arial"/>
              </a:rPr>
              <a:t>http://www.ibm.com/developerworks/webservices/library/ws-xpc2/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hlink"/>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4"/>
          <p:cNvSpPr txBox="1"/>
          <p:nvPr>
            <p:ph type="title"/>
          </p:nvPr>
        </p:nvSpPr>
        <p:spPr>
          <a:xfrm>
            <a:off x="609600" y="609600"/>
            <a:ext cx="6348412" cy="76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Metas del middleware</a:t>
            </a:r>
            <a:endParaRPr/>
          </a:p>
        </p:txBody>
      </p:sp>
      <p:sp>
        <p:nvSpPr>
          <p:cNvPr id="269" name="Google Shape;269;p14"/>
          <p:cNvSpPr txBox="1"/>
          <p:nvPr>
            <p:ph idx="1" type="body"/>
          </p:nvPr>
        </p:nvSpPr>
        <p:spPr>
          <a:xfrm>
            <a:off x="304800" y="1447800"/>
            <a:ext cx="5143800" cy="5147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920"/>
              <a:buFont typeface="Noto Sans Symbols"/>
              <a:buChar char="►"/>
            </a:pPr>
            <a:r>
              <a:rPr b="0" i="0" lang="en-US" sz="2400" u="none">
                <a:solidFill>
                  <a:srgbClr val="404040"/>
                </a:solidFill>
                <a:latin typeface="Trebuchet MS"/>
                <a:ea typeface="Trebuchet MS"/>
                <a:cs typeface="Trebuchet MS"/>
                <a:sym typeface="Trebuchet MS"/>
              </a:rPr>
              <a:t>Integrar componentes existentes en un sistema distribuido</a:t>
            </a:r>
            <a:endParaRPr/>
          </a:p>
          <a:p>
            <a:pPr indent="-285750" lvl="1" marL="742950" marR="0" rtl="0" algn="l">
              <a:lnSpc>
                <a:spcPct val="100000"/>
              </a:lnSpc>
              <a:spcBef>
                <a:spcPts val="100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Componentes COTS (Commercial Off The Shelf)</a:t>
            </a:r>
            <a:endParaRPr/>
          </a:p>
          <a:p>
            <a:pPr indent="-285750" lvl="1" marL="742950" marR="0" rtl="0" algn="l">
              <a:lnSpc>
                <a:spcPct val="100000"/>
              </a:lnSpc>
              <a:spcBef>
                <a:spcPts val="100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Componentes incompatibles con el hardware o Sistema operativo</a:t>
            </a:r>
            <a:endParaRPr/>
          </a:p>
          <a:p>
            <a:pPr indent="-285750" lvl="1" marL="742950" marR="0" rtl="0" algn="l">
              <a:lnSpc>
                <a:spcPct val="100000"/>
              </a:lnSpc>
              <a:spcBef>
                <a:spcPts val="100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La escalabilidad requiere distribución</a:t>
            </a:r>
            <a:endParaRPr/>
          </a:p>
          <a:p>
            <a:pPr indent="-342900" lvl="0" marL="342900" marR="0" rtl="0" algn="l">
              <a:lnSpc>
                <a:spcPct val="100000"/>
              </a:lnSpc>
              <a:spcBef>
                <a:spcPts val="1000"/>
              </a:spcBef>
              <a:spcAft>
                <a:spcPts val="0"/>
              </a:spcAft>
              <a:buClr>
                <a:schemeClr val="accent1"/>
              </a:buClr>
              <a:buSzPts val="1920"/>
              <a:buFont typeface="Noto Sans Symbols"/>
              <a:buChar char="►"/>
            </a:pPr>
            <a:r>
              <a:rPr b="0" i="0" lang="en-US" sz="2400" u="none">
                <a:solidFill>
                  <a:srgbClr val="404040"/>
                </a:solidFill>
                <a:latin typeface="Trebuchet MS"/>
                <a:ea typeface="Trebuchet MS"/>
                <a:cs typeface="Trebuchet MS"/>
                <a:sym typeface="Trebuchet MS"/>
              </a:rPr>
              <a:t>Resolver heterogeneidad</a:t>
            </a:r>
            <a:endParaRPr/>
          </a:p>
          <a:p>
            <a:pPr indent="-285750" lvl="1" marL="742950" marR="0" rtl="0" algn="l">
              <a:lnSpc>
                <a:spcPct val="100000"/>
              </a:lnSpc>
              <a:spcBef>
                <a:spcPts val="100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Facilitar la comunicación y coordinación entre componentes distribuidos</a:t>
            </a:r>
            <a:endParaRPr/>
          </a:p>
          <a:p>
            <a:pPr indent="-285750" lvl="1" marL="742950" marR="0" rtl="0" algn="l">
              <a:lnSpc>
                <a:spcPct val="100000"/>
              </a:lnSpc>
              <a:spcBef>
                <a:spcPts val="1000"/>
              </a:spcBef>
              <a:spcAft>
                <a:spcPts val="0"/>
              </a:spcAft>
              <a:buClr>
                <a:schemeClr val="accent1"/>
              </a:buClr>
              <a:buSzPts val="1600"/>
              <a:buFont typeface="Noto Sans Symbols"/>
              <a:buChar char="►"/>
            </a:pPr>
            <a:r>
              <a:rPr b="0" i="0" lang="en-US" sz="2000" u="none" cap="none" strike="noStrike">
                <a:solidFill>
                  <a:srgbClr val="404040"/>
                </a:solidFill>
                <a:latin typeface="Trebuchet MS"/>
                <a:ea typeface="Trebuchet MS"/>
                <a:cs typeface="Trebuchet MS"/>
                <a:sym typeface="Trebuchet MS"/>
              </a:rPr>
              <a:t>Construir sistemas distribuidos en una red local o la Internet</a:t>
            </a:r>
            <a:endParaRPr/>
          </a:p>
          <a:p>
            <a:pPr indent="-241300" lvl="0" marL="342900" marR="0" rtl="0" algn="l">
              <a:lnSpc>
                <a:spcPct val="100000"/>
              </a:lnSpc>
              <a:spcBef>
                <a:spcPts val="1000"/>
              </a:spcBef>
              <a:spcAft>
                <a:spcPts val="0"/>
              </a:spcAft>
              <a:buClr>
                <a:schemeClr val="accent1"/>
              </a:buClr>
              <a:buSzPts val="1600"/>
              <a:buFont typeface="Noto Sans Symbols"/>
              <a:buNone/>
            </a:pPr>
            <a:r>
              <a:t/>
            </a:r>
            <a:endParaRPr b="0" i="0" sz="2000" u="none" cap="none" strike="noStrike">
              <a:solidFill>
                <a:srgbClr val="404040"/>
              </a:solidFill>
              <a:latin typeface="Trebuchet MS"/>
              <a:ea typeface="Trebuchet MS"/>
              <a:cs typeface="Trebuchet MS"/>
              <a:sym typeface="Trebuchet MS"/>
            </a:endParaRPr>
          </a:p>
        </p:txBody>
      </p:sp>
      <p:sp>
        <p:nvSpPr>
          <p:cNvPr id="270" name="Google Shape;270;p14"/>
          <p:cNvSpPr/>
          <p:nvPr/>
        </p:nvSpPr>
        <p:spPr>
          <a:xfrm>
            <a:off x="5533900" y="2645950"/>
            <a:ext cx="1424100" cy="838200"/>
          </a:xfrm>
          <a:prstGeom prst="wedgeEllipseCallout">
            <a:avLst>
              <a:gd fmla="val -76008" name="adj1"/>
              <a:gd fmla="val -33995" name="adj2"/>
            </a:avLst>
          </a:prstGeom>
          <a:solidFill>
            <a:schemeClr val="lt1"/>
          </a:solidFill>
          <a:ln cap="rnd"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Trebuchet MS"/>
              <a:buNone/>
            </a:pPr>
            <a:r>
              <a:rPr b="0" i="0" lang="en-US" sz="1400" u="none" cap="none" strike="noStrike">
                <a:solidFill>
                  <a:srgbClr val="000000"/>
                </a:solidFill>
                <a:latin typeface="Trebuchet MS"/>
                <a:ea typeface="Trebuchet MS"/>
                <a:cs typeface="Trebuchet MS"/>
                <a:sym typeface="Trebuchet MS"/>
              </a:rPr>
              <a:t>Enlatados</a:t>
            </a:r>
            <a:endParaRPr b="0" i="0" sz="1400" u="none" cap="none" strike="noStrike">
              <a:solidFill>
                <a:srgbClr val="000000"/>
              </a:solidFill>
              <a:latin typeface="Arial"/>
              <a:ea typeface="Arial"/>
              <a:cs typeface="Arial"/>
              <a:sym typeface="Arial"/>
            </a:endParaRPr>
          </a:p>
        </p:txBody>
      </p:sp>
      <p:pic>
        <p:nvPicPr>
          <p:cNvPr id="271" name="Google Shape;271;p14"/>
          <p:cNvPicPr preferRelativeResize="0"/>
          <p:nvPr/>
        </p:nvPicPr>
        <p:blipFill rotWithShape="1">
          <a:blip r:embed="rId3">
            <a:alphaModFix/>
          </a:blip>
          <a:srcRect b="5922" l="10728" r="10206" t="27895"/>
          <a:stretch/>
        </p:blipFill>
        <p:spPr>
          <a:xfrm>
            <a:off x="4776000" y="3589750"/>
            <a:ext cx="4368000" cy="2124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5"/>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Requisitos para middleware</a:t>
            </a:r>
            <a:endParaRPr/>
          </a:p>
        </p:txBody>
      </p:sp>
      <p:sp>
        <p:nvSpPr>
          <p:cNvPr id="277" name="Google Shape;277;p15"/>
          <p:cNvSpPr txBox="1"/>
          <p:nvPr>
            <p:ph idx="1" type="body"/>
          </p:nvPr>
        </p:nvSpPr>
        <p:spPr>
          <a:xfrm>
            <a:off x="609600" y="1371600"/>
            <a:ext cx="6348412"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1600"/>
              <a:buFont typeface="Noto Sans Symbols"/>
              <a:buChar char="►"/>
            </a:pPr>
            <a:r>
              <a:rPr b="0" i="0" lang="en-US" sz="2000" u="none">
                <a:solidFill>
                  <a:srgbClr val="404040"/>
                </a:solidFill>
                <a:latin typeface="Trebuchet MS"/>
                <a:ea typeface="Trebuchet MS"/>
                <a:cs typeface="Trebuchet MS"/>
                <a:sym typeface="Trebuchet MS"/>
              </a:rPr>
              <a:t>Comunicación en red</a:t>
            </a:r>
            <a:endParaRPr/>
          </a:p>
          <a:p>
            <a:pPr indent="-342900" lvl="0" marL="342900" marR="0" rtl="0" algn="l">
              <a:lnSpc>
                <a:spcPct val="100000"/>
              </a:lnSpc>
              <a:spcBef>
                <a:spcPts val="1000"/>
              </a:spcBef>
              <a:spcAft>
                <a:spcPts val="0"/>
              </a:spcAft>
              <a:buClr>
                <a:schemeClr val="accent1"/>
              </a:buClr>
              <a:buSzPts val="1600"/>
              <a:buFont typeface="Noto Sans Symbols"/>
              <a:buChar char="►"/>
            </a:pPr>
            <a:r>
              <a:rPr b="0" i="0" lang="en-US" sz="2000" u="none">
                <a:solidFill>
                  <a:srgbClr val="404040"/>
                </a:solidFill>
                <a:latin typeface="Trebuchet MS"/>
                <a:ea typeface="Trebuchet MS"/>
                <a:cs typeface="Trebuchet MS"/>
                <a:sym typeface="Trebuchet MS"/>
              </a:rPr>
              <a:t>Coordinación</a:t>
            </a:r>
            <a:endParaRPr/>
          </a:p>
          <a:p>
            <a:pPr indent="-285750" lvl="1" marL="742950" marR="0" rtl="0" algn="l">
              <a:lnSpc>
                <a:spcPct val="100000"/>
              </a:lnSpc>
              <a:spcBef>
                <a:spcPts val="100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Modelos</a:t>
            </a:r>
            <a:endParaRPr/>
          </a:p>
          <a:p>
            <a:pPr indent="-228600" lvl="2" marL="114300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404040"/>
                </a:solidFill>
                <a:latin typeface="Trebuchet MS"/>
                <a:ea typeface="Trebuchet MS"/>
                <a:cs typeface="Trebuchet MS"/>
                <a:sym typeface="Trebuchet MS"/>
              </a:rPr>
              <a:t>Syncrona: El cliente espera respuesta</a:t>
            </a:r>
            <a:endParaRPr/>
          </a:p>
          <a:p>
            <a:pPr indent="-228600" lvl="2" marL="114300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404040"/>
                </a:solidFill>
                <a:latin typeface="Trebuchet MS"/>
                <a:ea typeface="Trebuchet MS"/>
                <a:cs typeface="Trebuchet MS"/>
                <a:sym typeface="Trebuchet MS"/>
              </a:rPr>
              <a:t>Syncrona Diferida: El cliente pide respuesta</a:t>
            </a:r>
            <a:endParaRPr/>
          </a:p>
          <a:p>
            <a:pPr indent="-228600" lvl="2" marL="114300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404040"/>
                </a:solidFill>
                <a:latin typeface="Trebuchet MS"/>
                <a:ea typeface="Trebuchet MS"/>
                <a:cs typeface="Trebuchet MS"/>
                <a:sym typeface="Trebuchet MS"/>
              </a:rPr>
              <a:t>Asyncrona: El servidor inicia la respuesta</a:t>
            </a:r>
            <a:endParaRPr/>
          </a:p>
          <a:p>
            <a:pPr indent="-285750" lvl="1" marL="742950" marR="0" rtl="0" algn="l">
              <a:lnSpc>
                <a:spcPct val="100000"/>
              </a:lnSpc>
              <a:spcBef>
                <a:spcPts val="100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Peticiones grupales</a:t>
            </a:r>
            <a:endParaRPr/>
          </a:p>
          <a:p>
            <a:pPr indent="-285750" lvl="1" marL="742950" marR="0" rtl="0" algn="l">
              <a:lnSpc>
                <a:spcPct val="100000"/>
              </a:lnSpc>
              <a:spcBef>
                <a:spcPts val="100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Activación / desactivación de componentes</a:t>
            </a:r>
            <a:endParaRPr/>
          </a:p>
          <a:p>
            <a:pPr indent="-285750" lvl="1" marL="742950" marR="0" rtl="0" algn="l">
              <a:lnSpc>
                <a:spcPct val="100000"/>
              </a:lnSpc>
              <a:spcBef>
                <a:spcPts val="1000"/>
              </a:spcBef>
              <a:spcAft>
                <a:spcPts val="0"/>
              </a:spcAft>
              <a:buClr>
                <a:schemeClr val="accent1"/>
              </a:buClr>
              <a:buSzPts val="1440"/>
              <a:buFont typeface="Noto Sans Symbols"/>
              <a:buChar char="►"/>
            </a:pPr>
            <a:r>
              <a:rPr b="0" i="0" lang="en-US" sz="1800" u="none" cap="none" strike="noStrike">
                <a:solidFill>
                  <a:srgbClr val="404040"/>
                </a:solidFill>
                <a:latin typeface="Trebuchet MS"/>
                <a:ea typeface="Trebuchet MS"/>
                <a:cs typeface="Trebuchet MS"/>
                <a:sym typeface="Trebuchet MS"/>
              </a:rPr>
              <a:t>Peticiones concurrentes</a:t>
            </a:r>
            <a:endParaRPr/>
          </a:p>
          <a:p>
            <a:pPr indent="-342900" lvl="0" marL="342900" marR="0" rtl="0" algn="l">
              <a:lnSpc>
                <a:spcPct val="100000"/>
              </a:lnSpc>
              <a:spcBef>
                <a:spcPts val="1000"/>
              </a:spcBef>
              <a:spcAft>
                <a:spcPts val="0"/>
              </a:spcAft>
              <a:buClr>
                <a:schemeClr val="accent1"/>
              </a:buClr>
              <a:buSzPts val="1600"/>
              <a:buFont typeface="Noto Sans Symbols"/>
              <a:buChar char="►"/>
            </a:pPr>
            <a:r>
              <a:rPr b="0" i="0" lang="en-US" sz="2000" u="none">
                <a:solidFill>
                  <a:srgbClr val="404040"/>
                </a:solidFill>
                <a:latin typeface="Trebuchet MS"/>
                <a:ea typeface="Trebuchet MS"/>
                <a:cs typeface="Trebuchet MS"/>
                <a:sym typeface="Trebuchet MS"/>
              </a:rPr>
              <a:t>Confiabilidad</a:t>
            </a:r>
            <a:endParaRPr/>
          </a:p>
          <a:p>
            <a:pPr indent="-342900" lvl="0" marL="342900" marR="0" rtl="0" algn="l">
              <a:lnSpc>
                <a:spcPct val="100000"/>
              </a:lnSpc>
              <a:spcBef>
                <a:spcPts val="1000"/>
              </a:spcBef>
              <a:spcAft>
                <a:spcPts val="0"/>
              </a:spcAft>
              <a:buClr>
                <a:schemeClr val="accent1"/>
              </a:buClr>
              <a:buSzPts val="1600"/>
              <a:buFont typeface="Noto Sans Symbols"/>
              <a:buChar char="►"/>
            </a:pPr>
            <a:r>
              <a:rPr b="0" i="0" lang="en-US" sz="2000" u="none">
                <a:solidFill>
                  <a:srgbClr val="404040"/>
                </a:solidFill>
                <a:latin typeface="Trebuchet MS"/>
                <a:ea typeface="Trebuchet MS"/>
                <a:cs typeface="Trebuchet MS"/>
                <a:sym typeface="Trebuchet MS"/>
              </a:rPr>
              <a:t>Escalabilidad</a:t>
            </a:r>
            <a:endParaRPr/>
          </a:p>
          <a:p>
            <a:pPr indent="-342900" lvl="0" marL="342900" marR="0" rtl="0" algn="l">
              <a:lnSpc>
                <a:spcPct val="100000"/>
              </a:lnSpc>
              <a:spcBef>
                <a:spcPts val="1000"/>
              </a:spcBef>
              <a:spcAft>
                <a:spcPts val="0"/>
              </a:spcAft>
              <a:buClr>
                <a:schemeClr val="accent1"/>
              </a:buClr>
              <a:buSzPts val="1600"/>
              <a:buFont typeface="Noto Sans Symbols"/>
              <a:buChar char="►"/>
            </a:pPr>
            <a:r>
              <a:rPr b="0" i="0" lang="en-US" sz="2000" u="none">
                <a:solidFill>
                  <a:srgbClr val="404040"/>
                </a:solidFill>
                <a:latin typeface="Trebuchet MS"/>
                <a:ea typeface="Trebuchet MS"/>
                <a:cs typeface="Trebuchet MS"/>
                <a:sym typeface="Trebuchet MS"/>
              </a:rPr>
              <a:t>Heterogeneidad</a:t>
            </a:r>
            <a:endParaRPr/>
          </a:p>
          <a:p>
            <a:pPr indent="-241300" lvl="0" marL="342900" marR="0" rtl="0" algn="l">
              <a:lnSpc>
                <a:spcPct val="100000"/>
              </a:lnSpc>
              <a:spcBef>
                <a:spcPts val="1000"/>
              </a:spcBef>
              <a:spcAft>
                <a:spcPts val="0"/>
              </a:spcAft>
              <a:buClr>
                <a:schemeClr val="accent1"/>
              </a:buClr>
              <a:buSzPts val="1600"/>
              <a:buFont typeface="Noto Sans Symbols"/>
              <a:buNone/>
            </a:pPr>
            <a:r>
              <a:t/>
            </a:r>
            <a:endParaRPr b="0" i="0" sz="2000" u="none">
              <a:solidFill>
                <a:srgbClr val="404040"/>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6"/>
          <p:cNvSpPr txBox="1"/>
          <p:nvPr>
            <p:ph type="title"/>
          </p:nvPr>
        </p:nvSpPr>
        <p:spPr>
          <a:xfrm>
            <a:off x="609600" y="609600"/>
            <a:ext cx="6348412" cy="132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rebuchet MS"/>
              <a:buNone/>
            </a:pPr>
            <a:r>
              <a:rPr b="0" i="0" lang="en-US" sz="3600" u="none">
                <a:solidFill>
                  <a:schemeClr val="accent1"/>
                </a:solidFill>
                <a:latin typeface="Trebuchet MS"/>
                <a:ea typeface="Trebuchet MS"/>
                <a:cs typeface="Trebuchet MS"/>
                <a:sym typeface="Trebuchet MS"/>
              </a:rPr>
              <a:t>Funciones del middleware</a:t>
            </a:r>
            <a:endParaRPr/>
          </a:p>
        </p:txBody>
      </p:sp>
      <p:sp>
        <p:nvSpPr>
          <p:cNvPr id="283" name="Google Shape;283;p16"/>
          <p:cNvSpPr txBox="1"/>
          <p:nvPr>
            <p:ph idx="1" type="body"/>
          </p:nvPr>
        </p:nvSpPr>
        <p:spPr>
          <a:xfrm>
            <a:off x="609600" y="1930400"/>
            <a:ext cx="6348412" cy="41116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accent1"/>
              </a:buClr>
              <a:buSzPts val="1680"/>
              <a:buFont typeface="Noto Sans Symbols"/>
              <a:buChar char="►"/>
            </a:pPr>
            <a:r>
              <a:rPr b="0" i="0" lang="en-US" sz="2100" u="none">
                <a:solidFill>
                  <a:srgbClr val="404040"/>
                </a:solidFill>
                <a:latin typeface="Trebuchet MS"/>
                <a:ea typeface="Trebuchet MS"/>
                <a:cs typeface="Trebuchet MS"/>
                <a:sym typeface="Trebuchet MS"/>
              </a:rPr>
              <a:t>Esconder la distribución.  </a:t>
            </a:r>
            <a:endParaRPr/>
          </a:p>
          <a:p>
            <a:pPr indent="-236220" lvl="0" marL="342900" rtl="0" algn="l">
              <a:lnSpc>
                <a:spcPct val="80000"/>
              </a:lnSpc>
              <a:spcBef>
                <a:spcPts val="1000"/>
              </a:spcBef>
              <a:spcAft>
                <a:spcPts val="0"/>
              </a:spcAft>
              <a:buClr>
                <a:schemeClr val="accent1"/>
              </a:buClr>
              <a:buSzPts val="1680"/>
              <a:buFont typeface="Noto Sans Symbols"/>
              <a:buNone/>
            </a:pPr>
            <a:r>
              <a:t/>
            </a:r>
            <a:endParaRPr b="0" i="0" sz="2100" u="none">
              <a:solidFill>
                <a:srgbClr val="404040"/>
              </a:solidFill>
              <a:latin typeface="Trebuchet MS"/>
              <a:ea typeface="Trebuchet MS"/>
              <a:cs typeface="Trebuchet MS"/>
              <a:sym typeface="Trebuchet MS"/>
            </a:endParaRPr>
          </a:p>
          <a:p>
            <a:pPr indent="-342900" lvl="0" marL="342900" rtl="0" algn="l">
              <a:lnSpc>
                <a:spcPct val="80000"/>
              </a:lnSpc>
              <a:spcBef>
                <a:spcPts val="1000"/>
              </a:spcBef>
              <a:spcAft>
                <a:spcPts val="0"/>
              </a:spcAft>
              <a:buClr>
                <a:schemeClr val="accent1"/>
              </a:buClr>
              <a:buSzPts val="1680"/>
              <a:buFont typeface="Noto Sans Symbols"/>
              <a:buChar char="►"/>
            </a:pPr>
            <a:r>
              <a:rPr b="0" i="0" lang="en-US" sz="2100" u="none">
                <a:solidFill>
                  <a:srgbClr val="404040"/>
                </a:solidFill>
                <a:latin typeface="Trebuchet MS"/>
                <a:ea typeface="Trebuchet MS"/>
                <a:cs typeface="Trebuchet MS"/>
                <a:sym typeface="Trebuchet MS"/>
              </a:rPr>
              <a:t>Esconder la heterogeneidad</a:t>
            </a:r>
            <a:endParaRPr/>
          </a:p>
          <a:p>
            <a:pPr indent="-236220" lvl="0" marL="342900" rtl="0" algn="l">
              <a:lnSpc>
                <a:spcPct val="80000"/>
              </a:lnSpc>
              <a:spcBef>
                <a:spcPts val="1000"/>
              </a:spcBef>
              <a:spcAft>
                <a:spcPts val="0"/>
              </a:spcAft>
              <a:buClr>
                <a:schemeClr val="accent1"/>
              </a:buClr>
              <a:buSzPts val="1680"/>
              <a:buFont typeface="Noto Sans Symbols"/>
              <a:buNone/>
            </a:pPr>
            <a:r>
              <a:t/>
            </a:r>
            <a:endParaRPr b="0" i="0" sz="2100" u="none">
              <a:solidFill>
                <a:srgbClr val="404040"/>
              </a:solidFill>
              <a:latin typeface="Trebuchet MS"/>
              <a:ea typeface="Trebuchet MS"/>
              <a:cs typeface="Trebuchet MS"/>
              <a:sym typeface="Trebuchet MS"/>
            </a:endParaRPr>
          </a:p>
          <a:p>
            <a:pPr indent="-342900" lvl="0" marL="342900" rtl="0" algn="l">
              <a:lnSpc>
                <a:spcPct val="80000"/>
              </a:lnSpc>
              <a:spcBef>
                <a:spcPts val="1000"/>
              </a:spcBef>
              <a:spcAft>
                <a:spcPts val="0"/>
              </a:spcAft>
              <a:buClr>
                <a:schemeClr val="accent1"/>
              </a:buClr>
              <a:buSzPts val="1680"/>
              <a:buFont typeface="Noto Sans Symbols"/>
              <a:buChar char="►"/>
            </a:pPr>
            <a:r>
              <a:rPr b="0" i="0" lang="en-US" sz="2100" u="none">
                <a:solidFill>
                  <a:srgbClr val="404040"/>
                </a:solidFill>
                <a:latin typeface="Trebuchet MS"/>
                <a:ea typeface="Trebuchet MS"/>
                <a:cs typeface="Trebuchet MS"/>
                <a:sym typeface="Trebuchet MS"/>
              </a:rPr>
              <a:t>Proveer uniformidad, estandarización, interfaces de alto nivel a los desarrolladores de aplicaciones e integradores, para que las aplicaciones puedan ser reutilizadas, portables e ínter operables</a:t>
            </a:r>
            <a:endParaRPr/>
          </a:p>
          <a:p>
            <a:pPr indent="-236220" lvl="0" marL="342900" rtl="0" algn="l">
              <a:lnSpc>
                <a:spcPct val="80000"/>
              </a:lnSpc>
              <a:spcBef>
                <a:spcPts val="1000"/>
              </a:spcBef>
              <a:spcAft>
                <a:spcPts val="0"/>
              </a:spcAft>
              <a:buClr>
                <a:schemeClr val="accent1"/>
              </a:buClr>
              <a:buSzPts val="1680"/>
              <a:buFont typeface="Noto Sans Symbols"/>
              <a:buNone/>
            </a:pPr>
            <a:r>
              <a:t/>
            </a:r>
            <a:endParaRPr b="0" i="0" sz="2100" u="none">
              <a:solidFill>
                <a:srgbClr val="404040"/>
              </a:solidFill>
              <a:latin typeface="Trebuchet MS"/>
              <a:ea typeface="Trebuchet MS"/>
              <a:cs typeface="Trebuchet MS"/>
              <a:sym typeface="Trebuchet MS"/>
            </a:endParaRPr>
          </a:p>
          <a:p>
            <a:pPr indent="-342900" lvl="0" marL="342900" rtl="0" algn="l">
              <a:lnSpc>
                <a:spcPct val="80000"/>
              </a:lnSpc>
              <a:spcBef>
                <a:spcPts val="1000"/>
              </a:spcBef>
              <a:spcAft>
                <a:spcPts val="0"/>
              </a:spcAft>
              <a:buClr>
                <a:schemeClr val="accent1"/>
              </a:buClr>
              <a:buSzPts val="1680"/>
              <a:buFont typeface="Noto Sans Symbols"/>
              <a:buChar char="►"/>
            </a:pPr>
            <a:r>
              <a:rPr b="0" i="0" lang="en-US" sz="2100" u="none">
                <a:solidFill>
                  <a:srgbClr val="404040"/>
                </a:solidFill>
                <a:latin typeface="Trebuchet MS"/>
                <a:ea typeface="Trebuchet MS"/>
                <a:cs typeface="Trebuchet MS"/>
                <a:sym typeface="Trebuchet MS"/>
              </a:rPr>
              <a:t>facilitar la colaboración entre aplicaciones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7"/>
          <p:cNvSpPr txBox="1"/>
          <p:nvPr>
            <p:ph idx="4294967295" type="title"/>
          </p:nvPr>
        </p:nvSpPr>
        <p:spPr>
          <a:xfrm>
            <a:off x="609600" y="609600"/>
            <a:ext cx="6348412" cy="132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1"/>
              </a:buClr>
              <a:buSzPts val="3600"/>
              <a:buFont typeface="Trebuchet MS"/>
              <a:buNone/>
            </a:pPr>
            <a:r>
              <a:rPr b="0" i="0" lang="en-US" sz="3600" u="none" cap="none" strike="noStrike">
                <a:solidFill>
                  <a:schemeClr val="accent1"/>
                </a:solidFill>
                <a:latin typeface="Trebuchet MS"/>
                <a:ea typeface="Trebuchet MS"/>
                <a:cs typeface="Trebuchet MS"/>
                <a:sym typeface="Trebuchet MS"/>
              </a:rPr>
              <a:t>Tipos de middleware</a:t>
            </a:r>
            <a:endParaRPr/>
          </a:p>
        </p:txBody>
      </p:sp>
      <p:sp>
        <p:nvSpPr>
          <p:cNvPr id="289" name="Google Shape;289;p17"/>
          <p:cNvSpPr txBox="1"/>
          <p:nvPr>
            <p:ph idx="4294967295" type="body"/>
          </p:nvPr>
        </p:nvSpPr>
        <p:spPr>
          <a:xfrm>
            <a:off x="609600" y="2160587"/>
            <a:ext cx="6348412" cy="38814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RCP (Remote Call Procedure)</a:t>
            </a:r>
            <a:endParaRPr/>
          </a:p>
          <a:p>
            <a:pPr indent="-342900" lvl="0" marL="342900" marR="0" rtl="0" algn="l">
              <a:lnSpc>
                <a:spcPct val="9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MOM (Message Oriented Middleware)</a:t>
            </a:r>
            <a:endParaRPr/>
          </a:p>
          <a:p>
            <a:pPr indent="-342900" lvl="0" marL="342900" marR="0" rtl="0" algn="l">
              <a:lnSpc>
                <a:spcPct val="9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ORB (Object Request Broker)</a:t>
            </a:r>
            <a:endParaRPr/>
          </a:p>
          <a:p>
            <a:pPr indent="-342900" lvl="0" marL="342900" marR="0" rtl="0" algn="l">
              <a:lnSpc>
                <a:spcPct val="9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SQL-Oriented data access</a:t>
            </a:r>
            <a:endParaRPr/>
          </a:p>
          <a:p>
            <a:pPr indent="-342900" lvl="0" marL="342900" marR="0" rtl="0" algn="l">
              <a:lnSpc>
                <a:spcPct val="9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Embedded Middleware</a:t>
            </a:r>
            <a:endParaRPr/>
          </a:p>
          <a:p>
            <a:pPr indent="-342900" lvl="0" marL="342900" marR="0" rtl="0" algn="l">
              <a:lnSpc>
                <a:spcPct val="9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Transaction Processing Monitors</a:t>
            </a:r>
            <a:endParaRPr/>
          </a:p>
          <a:p>
            <a:pPr indent="-342900" lvl="0" marL="342900" marR="0" rtl="0" algn="l">
              <a:lnSpc>
                <a:spcPct val="9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Application Servers</a:t>
            </a:r>
            <a:endParaRPr/>
          </a:p>
          <a:p>
            <a:pPr indent="-342900" lvl="0" marL="342900" marR="0" rtl="0" algn="l">
              <a:lnSpc>
                <a:spcPct val="90000"/>
              </a:lnSpc>
              <a:spcBef>
                <a:spcPts val="1000"/>
              </a:spcBef>
              <a:spcAft>
                <a:spcPts val="0"/>
              </a:spcAft>
              <a:buClr>
                <a:schemeClr val="accent1"/>
              </a:buClr>
              <a:buSzPts val="1440"/>
              <a:buFont typeface="Noto Sans Symbols"/>
              <a:buChar char="►"/>
            </a:pPr>
            <a:r>
              <a:rPr b="0" i="0" lang="en-US" sz="1800" u="none">
                <a:solidFill>
                  <a:srgbClr val="404040"/>
                </a:solidFill>
                <a:latin typeface="Trebuchet MS"/>
                <a:ea typeface="Trebuchet MS"/>
                <a:cs typeface="Trebuchet MS"/>
                <a:sym typeface="Trebuchet MS"/>
              </a:rPr>
              <a:t>ESB (Enterprise Service Bus)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8"/>
          <p:cNvSpPr txBox="1"/>
          <p:nvPr>
            <p:ph type="title"/>
          </p:nvPr>
        </p:nvSpPr>
        <p:spPr>
          <a:xfrm>
            <a:off x="609600" y="2700337"/>
            <a:ext cx="6348412" cy="182721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accent1"/>
              </a:buClr>
              <a:buSzPts val="4000"/>
              <a:buFont typeface="Trebuchet MS"/>
              <a:buNone/>
            </a:pPr>
            <a:r>
              <a:rPr b="0" i="0" lang="en-US" sz="4000" u="none">
                <a:solidFill>
                  <a:schemeClr val="accent1"/>
                </a:solidFill>
                <a:latin typeface="Trebuchet MS"/>
                <a:ea typeface="Trebuchet MS"/>
                <a:cs typeface="Trebuchet MS"/>
                <a:sym typeface="Trebuchet MS"/>
              </a:rPr>
              <a:t>…</a:t>
            </a:r>
            <a:endParaRPr/>
          </a:p>
        </p:txBody>
      </p:sp>
      <p:sp>
        <p:nvSpPr>
          <p:cNvPr id="295" name="Google Shape;295;p18"/>
          <p:cNvSpPr txBox="1"/>
          <p:nvPr>
            <p:ph idx="1" type="body"/>
          </p:nvPr>
        </p:nvSpPr>
        <p:spPr>
          <a:xfrm>
            <a:off x="609600" y="4527550"/>
            <a:ext cx="6348412" cy="8604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r>
              <a:rPr b="0" i="0" lang="en-US" sz="2000" u="none">
                <a:solidFill>
                  <a:srgbClr val="7F7F7F"/>
                </a:solidFill>
                <a:latin typeface="Trebuchet MS"/>
                <a:ea typeface="Trebuchet MS"/>
                <a:cs typeface="Trebuchet MS"/>
                <a:sym typeface="Trebuchet MS"/>
              </a:rPr>
              <a:t>Continuará</a:t>
            </a:r>
            <a:endParaRPr/>
          </a:p>
        </p:txBody>
      </p:sp>
    </p:spTree>
  </p:cSld>
  <p:clrMapOvr>
    <a:masterClrMapping/>
  </p:clrMapOvr>
</p:sld>
</file>

<file path=ppt/theme/theme1.xml><?xml version="1.0" encoding="utf-8"?>
<a:theme xmlns:a="http://schemas.openxmlformats.org/drawingml/2006/main" xmlns:r="http://schemas.openxmlformats.org/officeDocument/2006/relationships" name="4_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2009-05-14T13:50:25Z</dcterms:created>
  <dc:creator>Ivonne Aldana</dc:creator>
</cp:coreProperties>
</file>

<file path=docProps/custom.xml><?xml version="1.0" encoding="utf-8"?>
<Properties xmlns="http://schemas.openxmlformats.org/officeDocument/2006/custom-properties" xmlns:vt="http://schemas.openxmlformats.org/officeDocument/2006/docPropsVTypes"/>
</file>