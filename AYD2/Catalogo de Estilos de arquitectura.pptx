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Playfair Display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layfairDisplay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7a027241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e7a027241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e7a027241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e7a027241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e7a027241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e7a027241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7a027241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7a027241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En resumen, el estilo N-tier es esencial en la construcción de aplicaciones robustas y mantenibles. La separación clara de responsabilidades facilita el desarrollo, la reutilización de código y la adaptación a las cambiantes demandas del mercado, haciendo que este enfoque sea fundamental en la arquitectura de software moderna.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7a027241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7a027241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Flujo de Comunicación: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El usuario interactúa con la interfaz web (Capa de Presentación) al buscar libros y agregarlos al carrito.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Cuando el usuario inicia una compra, la Capa de Presentación envía una solicitud a la Capa de Aplicación, especificando los libros a comprar y la información de pago.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procesa la solicitud, valida el pago e interactúa con la Capa de Datos para actualizar la base de datos con la información del pedido.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Datos almacena los detalles del pedido y responde a la Capa de Aplicación.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confirma la compra a la Capa de Presentación, que puede mostrar un mensaje de confirmación al usuario.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7a027241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e7a027241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7a027241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e7a027241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Flujo de Comunicación: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El usuario interactúa con la interfaz web (Capa de Presentación) al buscar libros y agregarlos al carrito.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Cuando el usuario inicia una compra, la Capa de Presentación envía una solicitud a la Capa de Aplicación, especificando los libros a comprar y la información de pago.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procesa la solicitud, valida el pago e interactúa con la Capa de Datos para actualizar la base de datos con la información del pedido.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Datos almacena los detalles del pedido y responde a la Capa de Aplicación.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confirma la compra a la Capa de Presentación, que puede mostrar un mensaje de confirmación al usuario.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7a027241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e7a027241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7a027241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e7a027241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Flujo de Comunicación: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El usuario interactúa con la interfaz web (Capa de Presentación) al buscar libros y agregarlos al carrito.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Cuando el usuario inicia una compra, la Capa de Presentación envía una solicitud a la Capa de Aplicación, especificando los libros a comprar y la información de pago.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procesa la solicitud, valida el pago e interactúa con la Capa de Datos para actualizar la base de datos con la información del pedido.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Datos almacena los detalles del pedido y responde a la Capa de Aplicación.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confirma la compra a la Capa de Presentación, que puede mostrar un mensaje de confirmación al usuario.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e7a027241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e7a027241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7a027241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7a027241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820"/>
              <a:t>Estilos de arquitectura de software</a:t>
            </a:r>
            <a:endParaRPr sz="562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Algunos de muchos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estilos de arquitectura de software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Los estilos de arquitectura definen la estructura y organización de un sistema, lo que afecta directamente su rendimiento y mantenibilidad.</a:t>
            </a:r>
            <a:endParaRPr/>
          </a:p>
          <a:p>
            <a:pPr indent="-33432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 elección del estilo de arquitectura adecuado puede optimizar el uso de recursos, mejorar la escalabilidad y facilitar futuras expansiones o actualizaciones.</a:t>
            </a:r>
            <a:endParaRPr/>
          </a:p>
          <a:p>
            <a:pPr indent="-33432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Conocer diferentes estilos de arquitectura</a:t>
            </a:r>
            <a:r>
              <a:rPr b="1" lang="en"/>
              <a:t> permite tomar decisiones informadas durante el diseño y desarrollo de software</a:t>
            </a:r>
            <a:r>
              <a:rPr lang="en"/>
              <a:t>, evitando errores costosos.</a:t>
            </a:r>
            <a:endParaRPr/>
          </a:p>
          <a:p>
            <a:pPr indent="-33432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Cada estilo de arquitectura tiene sus ventajas y desafíos, por lo que conocerlos permite seleccionar la mejor opción para cada proyecto.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"/>
              <a:t>En esta presentación, exploraremos algunos estilos de arquitectura de software y comprenderemos por qué su conocimiento es esencial en el desarrollo de aplicaciones exitosas.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Cliente-servidor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este estilo de arquitectura, e</a:t>
            </a:r>
            <a:r>
              <a:rPr lang="en"/>
              <a:t>l cliente solicita servicios o recursos al servidor, que a su vez los proporciona.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Esta arquitectura distribuye las tareas de la aplicación entre el cliente y el servidor de manera eficiente, hace uso de una red para cumplir sus funciones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344500" y="128900"/>
            <a:ext cx="2685600" cy="4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layfair Display"/>
                <a:ea typeface="Playfair Display"/>
                <a:cs typeface="Playfair Display"/>
                <a:sym typeface="Playfair Display"/>
              </a:rPr>
              <a:t>ALGUNAS VENTAJAS</a:t>
            </a:r>
            <a:endParaRPr b="1"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layfair Display"/>
                <a:ea typeface="Playfair Display"/>
                <a:cs typeface="Playfair Display"/>
                <a:sym typeface="Playfair Display"/>
              </a:rPr>
              <a:t>Distribución de Tareas</a:t>
            </a:r>
            <a:r>
              <a:rPr lang="en" sz="1100">
                <a:latin typeface="Playfair Display"/>
                <a:ea typeface="Playfair Display"/>
                <a:cs typeface="Playfair Display"/>
                <a:sym typeface="Playfair Display"/>
              </a:rPr>
              <a:t>: Divide las responsabilidades de la aplicación entre el cliente y el servidor, lo que permite un enfoque más claro en las funcionalidades de cada uno.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layfair Display"/>
                <a:ea typeface="Playfair Display"/>
                <a:cs typeface="Playfair Display"/>
                <a:sym typeface="Playfair Display"/>
              </a:rPr>
              <a:t>Escalabilidad</a:t>
            </a:r>
            <a:r>
              <a:rPr lang="en" sz="1100">
                <a:latin typeface="Playfair Display"/>
                <a:ea typeface="Playfair Display"/>
                <a:cs typeface="Playfair Display"/>
                <a:sym typeface="Playfair Display"/>
              </a:rPr>
              <a:t>: Facilita la escalabilidad al permitir agregar más servidores para manejar una mayor carga de trabajo sin afectar al cliente.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layfair Display"/>
                <a:ea typeface="Playfair Display"/>
                <a:cs typeface="Playfair Display"/>
                <a:sym typeface="Playfair Display"/>
              </a:rPr>
              <a:t>Mantenimiento Simplificado</a:t>
            </a:r>
            <a:r>
              <a:rPr lang="en" sz="1100">
                <a:latin typeface="Playfair Display"/>
                <a:ea typeface="Playfair Display"/>
                <a:cs typeface="Playfair Display"/>
                <a:sym typeface="Playfair Display"/>
              </a:rPr>
              <a:t>: Permite actualizaciones y mantenimiento del servidor sin afectar al cliente, lo que reduce el tiempo de inactividad.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Respaldo de Datos Centralizado: </a:t>
            </a:r>
            <a:r>
              <a:rPr lang="en"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Los datos se almacenan y gestionan de forma centralizada en el servidor, lo que facilita las copias de seguridad y la recuperación de datos.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359550" y="128900"/>
            <a:ext cx="2542500" cy="4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ALGUNAS DESVENTAJAS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Dependencia de la Conexión de Red: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La arquitectura cliente-servidor depende de una conexión de red, y problemas de conectividad pueden afectar negativamente la experiencia del usuario.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Costos de Ancho de Banda: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La transferencia constante de datos puede generar costos de ancho de banda, lo que puede ser un problema en entornos con restricciones de ancho de banda.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Punto Único de Fallo: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El servidor centralizado representa un punto único de fallo. Si el servidor falla, la aplicación en su conjunto puede quedar inutilizable.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Seguridad Centralizada: 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La seguridad del servidor centralizado es crucial, ya que un ataque exitoso podría comprometer todos los datos y recursos de la aplicación.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 Cliente-Servidor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389600"/>
            <a:ext cx="1944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 quiere construir una aplicación de correo electrónico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000" y="1849700"/>
            <a:ext cx="3609975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6273600" y="522800"/>
            <a:ext cx="24636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El cliente</a:t>
            </a: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sería el programa o la aplicación que el usuario utiliza para enviar, recibir y gestionar correos electrónicos, como Outlook, Thunderbird o una aplicación de correo en un dispositivo móvil.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El servidor</a:t>
            </a: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sería el servidor de correo electrónico que almacena y administra los correos electrónicos de los usuarios. Un servidor de correo típico podría ser Microsoft Exchange, Gmail de Google o un servidor de correo configurado en una empresa.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N-Capas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389600"/>
            <a:ext cx="27180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El estilo N-tier, también conocido como </a:t>
            </a:r>
            <a:r>
              <a:rPr b="1"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arquitectura en capas</a:t>
            </a: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, es un enfoque de diseño de software que divide una aplicación en tres o más niveles o capas bien definidas.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importancia de este estilo radica en su capacidad para </a:t>
            </a:r>
            <a:r>
              <a:rPr b="1"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separar claramente las responsabilidades</a:t>
            </a: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 en una aplicación, lo que conduce a una serie de beneficios significativos: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119700" y="100275"/>
            <a:ext cx="3039300" cy="4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ALGUNAS VENTAJAS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Claridad y Mantenibilidad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: Al dividir una aplicación en capas, se logra una mayor claridad en la organización del código. Esto facilita la comprensión y el mantenimiento del software a medida que crece en complejidad.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Reutilización de Código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: La separación de las capas permite que partes del código sean reutilizables en diferentes partes de la aplicación o incluso en otros proyectos, lo que ahorra tiempo y recursos.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Escalabilidad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: Cada capa puede escalar de manera independiente según las necesidades. Por ejemplo, si la capa de presentación necesita más recursos debido a un aumento de usuarios, se pueden agregar servidores o recursos específicos sin afectar la lógica de negocio o la capa de datos.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Seguridad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: Al separar la lógica de negocio de la interfaz de usuario y la capa de datos, es más fácil implementar medidas de seguridad en capas específicas. Esto ayuda a proteger los datos y la funcionalidad crítica.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338075" y="71600"/>
            <a:ext cx="2718000" cy="4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ALGUNAS DESVENTAJAS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Complejidad y Sobrecarga: 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La creciente complejidad y sobrecarga resultante de tener múltiples capas puede dificultar el desarrollo y el mantenimiento de la aplicación.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Mayor Latencia: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La comunicación entre capas puede aumentar la latencia, lo que puede afectar negativamente la experiencia del usuario.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Dificultad en la Depuración: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Identificar y solucionar problemas en aplicaciones de múltiples capas puede ser complicado, ya que los errores pueden propagarse entre las capas.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Costos de Desarrollo y Mantenimiento: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La implementación y gestión de múltiples capas pueden ser costosas en términos de recursos y tiempo.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Requisitos de Hardware y Recursos: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Una arquitectura de n-capas puede requerir hardware y recursos adicionales para mantener el rendimiento y la escalabilidad, lo que aumenta los costos operativos.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 N-Capas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389600"/>
            <a:ext cx="1915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 quiere construir una sencilla aplicación de una librería en línea donde los usuarios pueden buscar libros, agregarlos a su carrito y realizar compras. 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375" y="188225"/>
            <a:ext cx="369553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6094000" y="152400"/>
            <a:ext cx="2808000" cy="47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None/>
            </a:pPr>
            <a:r>
              <a:rPr b="1"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Capa de Presentación (Capa 1):</a:t>
            </a:r>
            <a:endParaRPr b="1"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Esta es la capa de interfaz de usuario que interactúa directamente con el usuario final.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En una aplicación web, esta capa incluye HTML, CSS y JavaScript para crear la interfaz de usuario.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También incluye la lógica del lado del cliente para manejar las interacciones del usuario, como navegar por los libros, agregar al carrito y realizar compras.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None/>
            </a:pPr>
            <a:r>
              <a:t/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None/>
            </a:pPr>
            <a:r>
              <a:rPr b="1"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Capa de Aplicación (Capa 2):</a:t>
            </a:r>
            <a:endParaRPr b="1"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Esta capa contiene la lógica de negocios de la aplicación y actúa como intermediario entre la capa de presentación y la capa de datos.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En nuestro ejemplo, incluye código del lado del servidor responsable de procesar las solicitudes de los usuarios, gestionar el carrito de compras y manejar los pagos.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 asegura de que se cumplan las reglas de negocios y coordina la recuperación y el almacenamiento de datos.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None/>
            </a:pPr>
            <a:r>
              <a:t/>
            </a:r>
            <a:endParaRPr b="1"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None/>
            </a:pPr>
            <a:r>
              <a:rPr b="1"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Capa de Datos (Capa 3):</a:t>
            </a:r>
            <a:endParaRPr b="1"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Esta capa es responsable de gestionar el almacenamiento y la recuperación de datos.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En nuestro ejemplo, incluye un servidor de base de datos (por ejemplo, MySQL, PostgreSQL) donde se almacenan la información de los libros, los perfiles de usuario y el historial de pedidos.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165100" lvl="1" marL="4000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Roboto"/>
              <a:buChar char="●"/>
            </a:pPr>
            <a:r>
              <a:rPr lang="en" sz="8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La capa de aplicación se comunica con la capa de datos para leer y actualizar datos según sea necesario.</a:t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Orientado a Servicios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389600"/>
            <a:ext cx="2445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 centra en la creación y el uso de servicios independientes y autónomos para construir sistemas de software.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 SOA, los servicios son diseñados para realizar tareas específicas y son accesibles a través de interfaces bien definidas.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Fomenta la modularidad y la interoperabilidad.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Promueve la reutilización de servicios existentes, lo que reduce la duplicación de esfuerzos y facilita la evolución y la escalabilidad de los sistemas.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119700" y="100275"/>
            <a:ext cx="3039300" cy="4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ALGUNAS VENTAJAS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Reutilización de Servicios: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Facilita la reutilización de servicios en diferentes aplicaciones y sistemas, lo que reduce la duplicación de esfuerzos y los costos de desarrollo.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Interoperabilidad: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Permite la integración de sistemas heterogéneos al proporcionar estándares de comunicación, lo que facilita la colaboración entre aplicaciones y organizaciones.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Flexibilidad y Escalabilidad: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Facilita la adaptación y la escalabilidad de sistemas a medida que los requisitos cambian, ya que los servicios pueden ser modificados o reemplazados independientemente.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6338075" y="71600"/>
            <a:ext cx="2718000" cy="4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ALGUNAS DESVENTAJAS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Complejidad: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La gestión de una gran cantidad de servicios puede volverse compleja, lo que requiere una planificación y una gobernanza adecuadas.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Rendimiento: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Las llamadas a servicios a través de redes pueden introducir latencia y afectar el rendimiento, especialmente en aplicaciones de alto tráfico.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Costos Iniciales: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Implementar una arquitectura SOA puede requerir inversiones significativas en infraestructura y capacitación.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Gobernanza:</a:t>
            </a: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 La gestión y el control de servicios y su ciclo de vida pueden ser desafiantes, lo que requiere una sólida gobernanza de SOA.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 Orientado a servicios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389600"/>
            <a:ext cx="1915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 quiere construir una aplicación de comercio electrónico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200" y="747550"/>
            <a:ext cx="6611999" cy="303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6323750" y="197700"/>
            <a:ext cx="2718000" cy="4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ALGUNAS DESVENTAJAS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Mayor Complejidad Inicial: 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El diseño basado en MVC puede ser más complejo en comparación con enfoques más simples, especialmente para aplicaciones pequeñas.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Posible Sobrecarga de Capas: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En algunas implementaciones, puede haber una sobrecarga de capas debido a la separación de responsabilidades, lo que puede dificultar la comprensión del flujo de la aplicación.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Posible Duplicación de Código de Presentación: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En proyectos con múltiples vistas similares, puede haber duplicación de código de presentación si no se maneja adecuadamente.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Desafíos de Coordinación: 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La comunicación entre el Controlador y la Vista puede generar acoplamiento.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No es Adecuado para Todas las Aplicaciones: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MVC es un patrón útil para aplicaciones con interfaz de usuario compleja y lógica de negocios, pero puede no ser necesario para aplicaciones simples o basadas en servicios web.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3119700" y="194400"/>
            <a:ext cx="3039300" cy="4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ALGUNAS VENTAJAS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Separación de Responsabilidades: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MVC divide una aplicación en tres componentes claramente definidos (Modelo, Vista, Controlador), lo que facilita la separación de responsabilidades y el desarrollo modular.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Reutilización de Componentes: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Al separar la lógica de negocios (Modelo) de la interfaz de usuario (Vista) y el control de interacciones (Controlador), los componentes son más reutilizables en diferentes contextos y vistas.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Facilita el Mantenimiento: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La división de la aplicación en componentes independientes facilita el mantenimiento y las actualizaciones, ya que los cambios en un componente no deberían afectar a los demás.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Flexibilidad en la Presentación: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Puedes cambiar la capa de presentación (Vista) sin modificar la lógica subyacente (Modelo y Controlador), lo que permite adaptarse a diferentes interfaces de usuario.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Colaboración en Equipos: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MVC promueve una estructura de código clara y modular, lo que facilita la colaboración entre desarrolladores en equipos grandes.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MVC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389600"/>
            <a:ext cx="2445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patrón de diseño arquitectónico que se utiliza en el desarrollo de aplicaciones de software para separar y organizar la lógica de la aplicación en tres componentes principales: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Modelo - capa de datos y lógica de negocio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Vista - capa de presentación de la aplicación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Controlador - intermediario entre el modelo y la vista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 MVC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389600"/>
            <a:ext cx="1915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 quiere construir una aplicación web para asignación de cursos a la universidad.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75" y="403050"/>
            <a:ext cx="5655875" cy="41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dk1"/>
                </a:highlight>
              </a:rPr>
              <a:t>Ejercicio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/>
        </p:nvSpPr>
        <p:spPr>
          <a:xfrm>
            <a:off x="100275" y="107425"/>
            <a:ext cx="4304100" cy="49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Título del Caso Problema: </a:t>
            </a: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Diseño de la Arquitectura de Software para un Sistema de Gestión de Biblioteca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Descripción del Caso Problema:</a:t>
            </a: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  En una universidad ficticia, se requiere desarrollar un Sistema de Gestión de Biblioteca (SGB) para automatizar el proceso de registro, búsqueda y préstamo de libros en su biblioteca. Como estudiante de ingeniería de software, se te ha asignado la tarea de definir la arquitectura de software para este sistema.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Pasos a seguir: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1. Entender los Requisitos del Sistema: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Revisa los requisitos funcionales y no funcionales proporcionados por el cliente (la universidad) y realiza una lista de los requisitos clave para el SGB.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b) Realiza entrevistas con los usuarios finales, como bibliotecarios y estudiantes, para comprender sus necesidades y expectativas.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2. Identificar los Stakeholders: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Crea una lista de todos los stakeholders involucrados en el proyecto.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3. Definir Metas de la Arquitectura: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Establece objetivos claros para la arquitectura, como la escalabilidad, la facilidad de mantenimiento y la seguridad.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4. Selección de Patrones de Arquitectura: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Investiga y selecciona los patrones de arquitectura que mejor se adapten a las necesidades del SGB. 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4719525" y="128900"/>
            <a:ext cx="4332900" cy="4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5. Creación de Diagramas de Arquitectura: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Crea diagramas de arquitectura de alto nivel que representen la estructura general del sistema. Esto puede incluir diagramas de componentes, diagramas de despliegue, etc.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6. Definición de Componentes y Módulos: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Divide el sistema en componentes y módulos lógicos. Define las responsabilidades de cada uno de ellos.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7. Selección de Tecnologías: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a) Elige las tecnologías específicas que se utilizarán para implementar cada componente o módulo. Esto puede incluir lenguajes de programación, bases de datos, frameworks, etc.</a:t>
            </a:r>
            <a:endParaRPr sz="1000">
              <a:solidFill>
                <a:srgbClr val="38761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9. Documentación de la Arquitectura: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Documenta todo el proceso de diseño de la arquitectura en un informe detallado. Incluye los diagramas, las decisiones de diseño, las tecnologías seleccionadas y las consideraciones de seguridad.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10. Revisión y Validación: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a) Revisa la arquitectura propuesta con los stakeholders y realiza ajustes según sus comentarios y sugerencias.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Entregables:</a:t>
            </a:r>
            <a:endParaRPr b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Informe detallado de la arquitectura de software, que incluya diagramas, descripciones de componentes, tecnologías seleccionadas y consideraciones de seguridad.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