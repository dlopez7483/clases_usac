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6858000" cy="9144000"/>
  <p:embeddedFontLs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hI7Fpoa36sWxwKa5UZT/UhLbeB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5.xml"/><Relationship Id="rId33" Type="http://schemas.openxmlformats.org/officeDocument/2006/relationships/font" Target="fonts/Lato-boldItalic.fntdata"/><Relationship Id="rId10" Type="http://schemas.openxmlformats.org/officeDocument/2006/relationships/slide" Target="slides/slide4.xml"/><Relationship Id="rId32" Type="http://schemas.openxmlformats.org/officeDocument/2006/relationships/font" Target="fonts/Lato-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e69fb19cc3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1e69fb19cc3_0_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e69fb19cc3_0_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1e69fb19cc3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e69fb19cc3_0_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e69fb19cc3_0_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1e69fb19cc3_0_5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e69fb19cc3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e69fb19cc3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1e69fb19cc3_0_31: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MosCow</a:t>
            </a:r>
            <a:endParaRPr/>
          </a:p>
        </p:txBody>
      </p:sp>
      <p:sp>
        <p:nvSpPr>
          <p:cNvPr id="231" name="Google Shape;23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e6cd9755f2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e6cd9755f2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g1e6cd9755f2_0_1: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9" name="Shape 49"/>
        <p:cNvGrpSpPr/>
        <p:nvPr/>
      </p:nvGrpSpPr>
      <p:grpSpPr>
        <a:xfrm>
          <a:off x="0" y="0"/>
          <a:ext cx="0" cy="0"/>
          <a:chOff x="0" y="0"/>
          <a:chExt cx="0" cy="0"/>
        </a:xfrm>
      </p:grpSpPr>
      <p:sp>
        <p:nvSpPr>
          <p:cNvPr id="50" name="Google Shape;50;p20"/>
          <p:cNvSpPr txBox="1"/>
          <p:nvPr>
            <p:ph type="ctrTitle"/>
          </p:nvPr>
        </p:nvSpPr>
        <p:spPr>
          <a:xfrm>
            <a:off x="315913" y="466725"/>
            <a:ext cx="6781800" cy="2133600"/>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 type="subTitle"/>
          </p:nvPr>
        </p:nvSpPr>
        <p:spPr>
          <a:xfrm>
            <a:off x="849313" y="3049588"/>
            <a:ext cx="6248400" cy="2362200"/>
          </a:xfrm>
          <a:prstGeom prst="rect">
            <a:avLst/>
          </a:prstGeom>
          <a:noFill/>
          <a:ln>
            <a:noFill/>
          </a:ln>
        </p:spPr>
        <p:txBody>
          <a:bodyPr anchorCtr="0" anchor="t" bIns="45700" lIns="91425" spcFirstLastPara="1" rIns="91425" wrap="square" tIns="45700">
            <a:noAutofit/>
          </a:bodyPr>
          <a:lstStyle>
            <a:lvl1pPr lvl="0" algn="r">
              <a:lnSpc>
                <a:spcPct val="100000"/>
              </a:lnSpc>
              <a:spcBef>
                <a:spcPts val="640"/>
              </a:spcBef>
              <a:spcAft>
                <a:spcPts val="0"/>
              </a:spcAft>
              <a:buSzPts val="2240"/>
              <a:buFont typeface="Noto Sans Symbols"/>
              <a:buNone/>
              <a:defRPr sz="3200"/>
            </a:lvl1pPr>
            <a:lvl2pPr lvl="1" algn="l">
              <a:lnSpc>
                <a:spcPct val="100000"/>
              </a:lnSpc>
              <a:spcBef>
                <a:spcPts val="360"/>
              </a:spcBef>
              <a:spcAft>
                <a:spcPts val="0"/>
              </a:spcAft>
              <a:buSzPts val="1260"/>
              <a:buChar char="●"/>
              <a:defRPr/>
            </a:lvl2pPr>
            <a:lvl3pPr lvl="2" algn="l">
              <a:lnSpc>
                <a:spcPct val="100000"/>
              </a:lnSpc>
              <a:spcBef>
                <a:spcPts val="360"/>
              </a:spcBef>
              <a:spcAft>
                <a:spcPts val="0"/>
              </a:spcAft>
              <a:buSzPts val="1260"/>
              <a:buChar char="●"/>
              <a:defRPr/>
            </a:lvl3pPr>
            <a:lvl4pPr lvl="3" algn="l">
              <a:lnSpc>
                <a:spcPct val="100000"/>
              </a:lnSpc>
              <a:spcBef>
                <a:spcPts val="360"/>
              </a:spcBef>
              <a:spcAft>
                <a:spcPts val="0"/>
              </a:spcAft>
              <a:buSzPts val="1350"/>
              <a:buChar char="▪"/>
              <a:defRPr/>
            </a:lvl4pPr>
            <a:lvl5pPr lvl="4" algn="l">
              <a:lnSpc>
                <a:spcPct val="100000"/>
              </a:lnSpc>
              <a:spcBef>
                <a:spcPts val="360"/>
              </a:spcBef>
              <a:spcAft>
                <a:spcPts val="0"/>
              </a:spcAft>
              <a:buSzPts val="1440"/>
              <a:buChar char="▪"/>
              <a:defRPr/>
            </a:lvl5pPr>
            <a:lvl6pPr lvl="5" algn="l">
              <a:lnSpc>
                <a:spcPct val="100000"/>
              </a:lnSpc>
              <a:spcBef>
                <a:spcPts val="360"/>
              </a:spcBef>
              <a:spcAft>
                <a:spcPts val="0"/>
              </a:spcAft>
              <a:buSzPts val="1440"/>
              <a:buChar char="▪"/>
              <a:defRPr/>
            </a:lvl6pPr>
            <a:lvl7pPr lvl="6" algn="l">
              <a:lnSpc>
                <a:spcPct val="100000"/>
              </a:lnSpc>
              <a:spcBef>
                <a:spcPts val="360"/>
              </a:spcBef>
              <a:spcAft>
                <a:spcPts val="0"/>
              </a:spcAft>
              <a:buSzPts val="1440"/>
              <a:buChar char="▪"/>
              <a:defRPr/>
            </a:lvl7pPr>
            <a:lvl8pPr lvl="7" algn="l">
              <a:lnSpc>
                <a:spcPct val="100000"/>
              </a:lnSpc>
              <a:spcBef>
                <a:spcPts val="360"/>
              </a:spcBef>
              <a:spcAft>
                <a:spcPts val="0"/>
              </a:spcAft>
              <a:buSzPts val="1440"/>
              <a:buChar char="▪"/>
              <a:defRPr/>
            </a:lvl8pPr>
            <a:lvl9pPr lvl="8" algn="l">
              <a:lnSpc>
                <a:spcPct val="100000"/>
              </a:lnSpc>
              <a:spcBef>
                <a:spcPts val="360"/>
              </a:spcBef>
              <a:spcAft>
                <a:spcPts val="0"/>
              </a:spcAft>
              <a:buSzPts val="1440"/>
              <a:buChar char="▪"/>
              <a:defRPr/>
            </a:lvl9pPr>
          </a:lstStyle>
          <a:p/>
        </p:txBody>
      </p:sp>
      <p:sp>
        <p:nvSpPr>
          <p:cNvPr id="52" name="Google Shape;52;p20"/>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0"/>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4" name="Shape 94"/>
        <p:cNvGrpSpPr/>
        <p:nvPr/>
      </p:nvGrpSpPr>
      <p:grpSpPr>
        <a:xfrm>
          <a:off x="0" y="0"/>
          <a:ext cx="0" cy="0"/>
          <a:chOff x="0" y="0"/>
          <a:chExt cx="0" cy="0"/>
        </a:xfrm>
      </p:grpSpPr>
      <p:sp>
        <p:nvSpPr>
          <p:cNvPr id="95" name="Google Shape;95;p22"/>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2"/>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14325" lvl="3" marL="1828800" algn="l">
              <a:lnSpc>
                <a:spcPct val="100000"/>
              </a:lnSpc>
              <a:spcBef>
                <a:spcPts val="360"/>
              </a:spcBef>
              <a:spcAft>
                <a:spcPts val="0"/>
              </a:spcAft>
              <a:buSzPts val="1350"/>
              <a:buChar char="▪"/>
              <a:defRPr/>
            </a:lvl4pPr>
            <a:lvl5pPr indent="-320039" lvl="4" marL="2286000" algn="l">
              <a:lnSpc>
                <a:spcPct val="100000"/>
              </a:lnSpc>
              <a:spcBef>
                <a:spcPts val="360"/>
              </a:spcBef>
              <a:spcAft>
                <a:spcPts val="0"/>
              </a:spcAft>
              <a:buSzPts val="144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20040" lvl="7" marL="3657600" algn="l">
              <a:lnSpc>
                <a:spcPct val="100000"/>
              </a:lnSpc>
              <a:spcBef>
                <a:spcPts val="360"/>
              </a:spcBef>
              <a:spcAft>
                <a:spcPts val="0"/>
              </a:spcAft>
              <a:buSzPts val="1440"/>
              <a:buChar char="▪"/>
              <a:defRPr/>
            </a:lvl8pPr>
            <a:lvl9pPr indent="-320040" lvl="8" marL="4114800" algn="l">
              <a:lnSpc>
                <a:spcPct val="100000"/>
              </a:lnSpc>
              <a:spcBef>
                <a:spcPts val="360"/>
              </a:spcBef>
              <a:spcAft>
                <a:spcPts val="0"/>
              </a:spcAft>
              <a:buSzPts val="1440"/>
              <a:buChar char="▪"/>
              <a:defRPr/>
            </a:lvl9pPr>
          </a:lstStyle>
          <a:p/>
        </p:txBody>
      </p:sp>
      <p:sp>
        <p:nvSpPr>
          <p:cNvPr id="97" name="Google Shape;97;p22"/>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2"/>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00" name="Shape 100"/>
        <p:cNvGrpSpPr/>
        <p:nvPr/>
      </p:nvGrpSpPr>
      <p:grpSpPr>
        <a:xfrm>
          <a:off x="0" y="0"/>
          <a:ext cx="0" cy="0"/>
          <a:chOff x="0" y="0"/>
          <a:chExt cx="0" cy="0"/>
        </a:xfrm>
      </p:grpSpPr>
      <p:sp>
        <p:nvSpPr>
          <p:cNvPr id="101" name="Google Shape;101;p23"/>
          <p:cNvSpPr txBox="1"/>
          <p:nvPr>
            <p:ph type="title"/>
          </p:nvPr>
        </p:nvSpPr>
        <p:spPr>
          <a:xfrm>
            <a:off x="457200" y="122238"/>
            <a:ext cx="7543800" cy="1295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3"/>
          <p:cNvSpPr txBox="1"/>
          <p:nvPr>
            <p:ph idx="1" type="body"/>
          </p:nvPr>
        </p:nvSpPr>
        <p:spPr>
          <a:xfrm>
            <a:off x="457200" y="1719263"/>
            <a:ext cx="4038600" cy="4411662"/>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14325" lvl="3" marL="1828800" algn="l">
              <a:lnSpc>
                <a:spcPct val="100000"/>
              </a:lnSpc>
              <a:spcBef>
                <a:spcPts val="360"/>
              </a:spcBef>
              <a:spcAft>
                <a:spcPts val="0"/>
              </a:spcAft>
              <a:buSzPts val="1350"/>
              <a:buChar char="▪"/>
              <a:defRPr/>
            </a:lvl4pPr>
            <a:lvl5pPr indent="-320039" lvl="4" marL="2286000" algn="l">
              <a:lnSpc>
                <a:spcPct val="100000"/>
              </a:lnSpc>
              <a:spcBef>
                <a:spcPts val="360"/>
              </a:spcBef>
              <a:spcAft>
                <a:spcPts val="0"/>
              </a:spcAft>
              <a:buSzPts val="144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20040" lvl="7" marL="3657600" algn="l">
              <a:lnSpc>
                <a:spcPct val="100000"/>
              </a:lnSpc>
              <a:spcBef>
                <a:spcPts val="360"/>
              </a:spcBef>
              <a:spcAft>
                <a:spcPts val="0"/>
              </a:spcAft>
              <a:buSzPts val="1440"/>
              <a:buChar char="▪"/>
              <a:defRPr/>
            </a:lvl8pPr>
            <a:lvl9pPr indent="-320040" lvl="8" marL="4114800" algn="l">
              <a:lnSpc>
                <a:spcPct val="100000"/>
              </a:lnSpc>
              <a:spcBef>
                <a:spcPts val="360"/>
              </a:spcBef>
              <a:spcAft>
                <a:spcPts val="0"/>
              </a:spcAft>
              <a:buSzPts val="1440"/>
              <a:buChar char="▪"/>
              <a:defRPr/>
            </a:lvl9pPr>
          </a:lstStyle>
          <a:p/>
        </p:txBody>
      </p:sp>
      <p:sp>
        <p:nvSpPr>
          <p:cNvPr id="103" name="Google Shape;103;p23"/>
          <p:cNvSpPr txBox="1"/>
          <p:nvPr>
            <p:ph idx="2" type="body"/>
          </p:nvPr>
        </p:nvSpPr>
        <p:spPr>
          <a:xfrm>
            <a:off x="4648200" y="1719263"/>
            <a:ext cx="4038600" cy="4411662"/>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14325" lvl="3" marL="1828800" algn="l">
              <a:lnSpc>
                <a:spcPct val="100000"/>
              </a:lnSpc>
              <a:spcBef>
                <a:spcPts val="360"/>
              </a:spcBef>
              <a:spcAft>
                <a:spcPts val="0"/>
              </a:spcAft>
              <a:buSzPts val="1350"/>
              <a:buChar char="▪"/>
              <a:defRPr/>
            </a:lvl4pPr>
            <a:lvl5pPr indent="-320039" lvl="4" marL="2286000" algn="l">
              <a:lnSpc>
                <a:spcPct val="100000"/>
              </a:lnSpc>
              <a:spcBef>
                <a:spcPts val="360"/>
              </a:spcBef>
              <a:spcAft>
                <a:spcPts val="0"/>
              </a:spcAft>
              <a:buSzPts val="144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20040" lvl="7" marL="3657600" algn="l">
              <a:lnSpc>
                <a:spcPct val="100000"/>
              </a:lnSpc>
              <a:spcBef>
                <a:spcPts val="360"/>
              </a:spcBef>
              <a:spcAft>
                <a:spcPts val="0"/>
              </a:spcAft>
              <a:buSzPts val="1440"/>
              <a:buChar char="▪"/>
              <a:defRPr/>
            </a:lvl8pPr>
            <a:lvl9pPr indent="-320040" lvl="8" marL="4114800" algn="l">
              <a:lnSpc>
                <a:spcPct val="100000"/>
              </a:lnSpc>
              <a:spcBef>
                <a:spcPts val="360"/>
              </a:spcBef>
              <a:spcAft>
                <a:spcPts val="0"/>
              </a:spcAft>
              <a:buSzPts val="1440"/>
              <a:buChar char="▪"/>
              <a:defRPr/>
            </a:lvl9pPr>
          </a:lstStyle>
          <a:p/>
        </p:txBody>
      </p:sp>
      <p:sp>
        <p:nvSpPr>
          <p:cNvPr id="104" name="Google Shape;104;p23"/>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3"/>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7" name="Shape 107"/>
        <p:cNvGrpSpPr/>
        <p:nvPr/>
      </p:nvGrpSpPr>
      <p:grpSpPr>
        <a:xfrm>
          <a:off x="0" y="0"/>
          <a:ext cx="0" cy="0"/>
          <a:chOff x="0" y="0"/>
          <a:chExt cx="0" cy="0"/>
        </a:xfrm>
      </p:grpSpPr>
      <p:sp>
        <p:nvSpPr>
          <p:cNvPr id="108" name="Google Shape;108;p24"/>
          <p:cNvSpPr txBox="1"/>
          <p:nvPr>
            <p:ph type="title"/>
          </p:nvPr>
        </p:nvSpPr>
        <p:spPr>
          <a:xfrm rot="5400000">
            <a:off x="4653757" y="2097881"/>
            <a:ext cx="6008687" cy="2057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24"/>
          <p:cNvSpPr txBox="1"/>
          <p:nvPr>
            <p:ph idx="1" type="body"/>
          </p:nvPr>
        </p:nvSpPr>
        <p:spPr>
          <a:xfrm rot="5400000">
            <a:off x="462757" y="116682"/>
            <a:ext cx="6008687" cy="60198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14325" lvl="3" marL="1828800" algn="l">
              <a:lnSpc>
                <a:spcPct val="100000"/>
              </a:lnSpc>
              <a:spcBef>
                <a:spcPts val="360"/>
              </a:spcBef>
              <a:spcAft>
                <a:spcPts val="0"/>
              </a:spcAft>
              <a:buSzPts val="1350"/>
              <a:buChar char="▪"/>
              <a:defRPr/>
            </a:lvl4pPr>
            <a:lvl5pPr indent="-320039" lvl="4" marL="2286000" algn="l">
              <a:lnSpc>
                <a:spcPct val="100000"/>
              </a:lnSpc>
              <a:spcBef>
                <a:spcPts val="360"/>
              </a:spcBef>
              <a:spcAft>
                <a:spcPts val="0"/>
              </a:spcAft>
              <a:buSzPts val="144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20040" lvl="7" marL="3657600" algn="l">
              <a:lnSpc>
                <a:spcPct val="100000"/>
              </a:lnSpc>
              <a:spcBef>
                <a:spcPts val="360"/>
              </a:spcBef>
              <a:spcAft>
                <a:spcPts val="0"/>
              </a:spcAft>
              <a:buSzPts val="1440"/>
              <a:buChar char="▪"/>
              <a:defRPr/>
            </a:lvl8pPr>
            <a:lvl9pPr indent="-320040" lvl="8" marL="4114800" algn="l">
              <a:lnSpc>
                <a:spcPct val="100000"/>
              </a:lnSpc>
              <a:spcBef>
                <a:spcPts val="360"/>
              </a:spcBef>
              <a:spcAft>
                <a:spcPts val="0"/>
              </a:spcAft>
              <a:buSzPts val="1440"/>
              <a:buChar char="▪"/>
              <a:defRPr/>
            </a:lvl9pPr>
          </a:lstStyle>
          <a:p/>
        </p:txBody>
      </p:sp>
      <p:sp>
        <p:nvSpPr>
          <p:cNvPr id="110" name="Google Shape;110;p24"/>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4"/>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5"/>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5"/>
          <p:cNvSpPr txBox="1"/>
          <p:nvPr>
            <p:ph idx="1" type="body"/>
          </p:nvPr>
        </p:nvSpPr>
        <p:spPr>
          <a:xfrm rot="5400000">
            <a:off x="2366169" y="-189707"/>
            <a:ext cx="4411662" cy="82296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08610" lvl="1" marL="914400" algn="l">
              <a:lnSpc>
                <a:spcPct val="100000"/>
              </a:lnSpc>
              <a:spcBef>
                <a:spcPts val="360"/>
              </a:spcBef>
              <a:spcAft>
                <a:spcPts val="0"/>
              </a:spcAft>
              <a:buSzPts val="1260"/>
              <a:buChar char="●"/>
              <a:defRPr/>
            </a:lvl2pPr>
            <a:lvl3pPr indent="-308610" lvl="2" marL="1371600" algn="l">
              <a:lnSpc>
                <a:spcPct val="100000"/>
              </a:lnSpc>
              <a:spcBef>
                <a:spcPts val="360"/>
              </a:spcBef>
              <a:spcAft>
                <a:spcPts val="0"/>
              </a:spcAft>
              <a:buSzPts val="1260"/>
              <a:buChar char="●"/>
              <a:defRPr/>
            </a:lvl3pPr>
            <a:lvl4pPr indent="-314325" lvl="3" marL="1828800" algn="l">
              <a:lnSpc>
                <a:spcPct val="100000"/>
              </a:lnSpc>
              <a:spcBef>
                <a:spcPts val="360"/>
              </a:spcBef>
              <a:spcAft>
                <a:spcPts val="0"/>
              </a:spcAft>
              <a:buSzPts val="1350"/>
              <a:buChar char="▪"/>
              <a:defRPr/>
            </a:lvl4pPr>
            <a:lvl5pPr indent="-320039" lvl="4" marL="2286000" algn="l">
              <a:lnSpc>
                <a:spcPct val="100000"/>
              </a:lnSpc>
              <a:spcBef>
                <a:spcPts val="360"/>
              </a:spcBef>
              <a:spcAft>
                <a:spcPts val="0"/>
              </a:spcAft>
              <a:buSzPts val="144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20040" lvl="7" marL="3657600" algn="l">
              <a:lnSpc>
                <a:spcPct val="100000"/>
              </a:lnSpc>
              <a:spcBef>
                <a:spcPts val="360"/>
              </a:spcBef>
              <a:spcAft>
                <a:spcPts val="0"/>
              </a:spcAft>
              <a:buSzPts val="1440"/>
              <a:buChar char="▪"/>
              <a:defRPr/>
            </a:lvl8pPr>
            <a:lvl9pPr indent="-320040" lvl="8" marL="4114800" algn="l">
              <a:lnSpc>
                <a:spcPct val="100000"/>
              </a:lnSpc>
              <a:spcBef>
                <a:spcPts val="360"/>
              </a:spcBef>
              <a:spcAft>
                <a:spcPts val="0"/>
              </a:spcAft>
              <a:buSzPts val="1440"/>
              <a:buChar char="▪"/>
              <a:defRPr/>
            </a:lvl9pPr>
          </a:lstStyle>
          <a:p/>
        </p:txBody>
      </p:sp>
      <p:sp>
        <p:nvSpPr>
          <p:cNvPr id="116" name="Google Shape;116;p25"/>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5"/>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9" name="Shape 119"/>
        <p:cNvGrpSpPr/>
        <p:nvPr/>
      </p:nvGrpSpPr>
      <p:grpSpPr>
        <a:xfrm>
          <a:off x="0" y="0"/>
          <a:ext cx="0" cy="0"/>
          <a:chOff x="0" y="0"/>
          <a:chExt cx="0" cy="0"/>
        </a:xfrm>
      </p:grpSpPr>
      <p:sp>
        <p:nvSpPr>
          <p:cNvPr id="120" name="Google Shape;120;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6"/>
          <p:cNvSpPr/>
          <p:nvPr>
            <p:ph idx="2" type="pic"/>
          </p:nvPr>
        </p:nvSpPr>
        <p:spPr>
          <a:xfrm>
            <a:off x="1792288" y="612775"/>
            <a:ext cx="5486400" cy="4114800"/>
          </a:xfrm>
          <a:prstGeom prst="rect">
            <a:avLst/>
          </a:prstGeom>
          <a:noFill/>
          <a:ln>
            <a:noFill/>
          </a:ln>
        </p:spPr>
      </p:sp>
      <p:sp>
        <p:nvSpPr>
          <p:cNvPr id="122" name="Google Shape;122;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980"/>
              <a:buNone/>
              <a:defRPr sz="1400"/>
            </a:lvl1pPr>
            <a:lvl2pPr indent="-228600" lvl="1" marL="914400" algn="l">
              <a:lnSpc>
                <a:spcPct val="100000"/>
              </a:lnSpc>
              <a:spcBef>
                <a:spcPts val="240"/>
              </a:spcBef>
              <a:spcAft>
                <a:spcPts val="0"/>
              </a:spcAft>
              <a:buSzPts val="84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675"/>
              <a:buNone/>
              <a:defRPr sz="900"/>
            </a:lvl4pPr>
            <a:lvl5pPr indent="-228600" lvl="4" marL="2286000" algn="l">
              <a:lnSpc>
                <a:spcPct val="100000"/>
              </a:lnSpc>
              <a:spcBef>
                <a:spcPts val="180"/>
              </a:spcBef>
              <a:spcAft>
                <a:spcPts val="0"/>
              </a:spcAft>
              <a:buSzPts val="720"/>
              <a:buNone/>
              <a:defRPr sz="900"/>
            </a:lvl5pPr>
            <a:lvl6pPr indent="-228600" lvl="5" marL="2743200" algn="l">
              <a:lnSpc>
                <a:spcPct val="100000"/>
              </a:lnSpc>
              <a:spcBef>
                <a:spcPts val="180"/>
              </a:spcBef>
              <a:spcAft>
                <a:spcPts val="0"/>
              </a:spcAft>
              <a:buSzPts val="720"/>
              <a:buNone/>
              <a:defRPr sz="900"/>
            </a:lvl6pPr>
            <a:lvl7pPr indent="-228600" lvl="6" marL="3200400" algn="l">
              <a:lnSpc>
                <a:spcPct val="100000"/>
              </a:lnSpc>
              <a:spcBef>
                <a:spcPts val="180"/>
              </a:spcBef>
              <a:spcAft>
                <a:spcPts val="0"/>
              </a:spcAft>
              <a:buSzPts val="720"/>
              <a:buNone/>
              <a:defRPr sz="900"/>
            </a:lvl7pPr>
            <a:lvl8pPr indent="-228600" lvl="7" marL="3657600" algn="l">
              <a:lnSpc>
                <a:spcPct val="100000"/>
              </a:lnSpc>
              <a:spcBef>
                <a:spcPts val="180"/>
              </a:spcBef>
              <a:spcAft>
                <a:spcPts val="0"/>
              </a:spcAft>
              <a:buSzPts val="720"/>
              <a:buNone/>
              <a:defRPr sz="900"/>
            </a:lvl8pPr>
            <a:lvl9pPr indent="-228600" lvl="8" marL="4114800" algn="l">
              <a:lnSpc>
                <a:spcPct val="100000"/>
              </a:lnSpc>
              <a:spcBef>
                <a:spcPts val="180"/>
              </a:spcBef>
              <a:spcAft>
                <a:spcPts val="0"/>
              </a:spcAft>
              <a:buSzPts val="720"/>
              <a:buNone/>
              <a:defRPr sz="900"/>
            </a:lvl9pPr>
          </a:lstStyle>
          <a:p/>
        </p:txBody>
      </p:sp>
      <p:sp>
        <p:nvSpPr>
          <p:cNvPr id="123" name="Google Shape;123;p26"/>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26"/>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6" name="Shape 126"/>
        <p:cNvGrpSpPr/>
        <p:nvPr/>
      </p:nvGrpSpPr>
      <p:grpSpPr>
        <a:xfrm>
          <a:off x="0" y="0"/>
          <a:ext cx="0" cy="0"/>
          <a:chOff x="0" y="0"/>
          <a:chExt cx="0" cy="0"/>
        </a:xfrm>
      </p:grpSpPr>
      <p:sp>
        <p:nvSpPr>
          <p:cNvPr id="127" name="Google Shape;127;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70840" lvl="0" marL="457200" algn="l">
              <a:lnSpc>
                <a:spcPct val="100000"/>
              </a:lnSpc>
              <a:spcBef>
                <a:spcPts val="640"/>
              </a:spcBef>
              <a:spcAft>
                <a:spcPts val="0"/>
              </a:spcAft>
              <a:buSzPts val="2240"/>
              <a:buChar char="●"/>
              <a:defRPr sz="3200"/>
            </a:lvl1pPr>
            <a:lvl2pPr indent="-353060" lvl="1" marL="914400" algn="l">
              <a:lnSpc>
                <a:spcPct val="100000"/>
              </a:lnSpc>
              <a:spcBef>
                <a:spcPts val="560"/>
              </a:spcBef>
              <a:spcAft>
                <a:spcPts val="0"/>
              </a:spcAft>
              <a:buSzPts val="1960"/>
              <a:buChar char="●"/>
              <a:defRPr sz="2800"/>
            </a:lvl2pPr>
            <a:lvl3pPr indent="-335280" lvl="2" marL="1371600" algn="l">
              <a:lnSpc>
                <a:spcPct val="100000"/>
              </a:lnSpc>
              <a:spcBef>
                <a:spcPts val="480"/>
              </a:spcBef>
              <a:spcAft>
                <a:spcPts val="0"/>
              </a:spcAft>
              <a:buSzPts val="1680"/>
              <a:buChar char="●"/>
              <a:defRPr sz="2400"/>
            </a:lvl3pPr>
            <a:lvl4pPr indent="-323850" lvl="3" marL="1828800" algn="l">
              <a:lnSpc>
                <a:spcPct val="100000"/>
              </a:lnSpc>
              <a:spcBef>
                <a:spcPts val="400"/>
              </a:spcBef>
              <a:spcAft>
                <a:spcPts val="0"/>
              </a:spcAft>
              <a:buSzPts val="1500"/>
              <a:buChar char="▪"/>
              <a:defRPr sz="2000"/>
            </a:lvl4pPr>
            <a:lvl5pPr indent="-330200" lvl="4" marL="2286000" algn="l">
              <a:lnSpc>
                <a:spcPct val="100000"/>
              </a:lnSpc>
              <a:spcBef>
                <a:spcPts val="400"/>
              </a:spcBef>
              <a:spcAft>
                <a:spcPts val="0"/>
              </a:spcAft>
              <a:buSzPts val="1600"/>
              <a:buChar char="▪"/>
              <a:defRPr sz="2000"/>
            </a:lvl5pPr>
            <a:lvl6pPr indent="-330200" lvl="5" marL="2743200" algn="l">
              <a:lnSpc>
                <a:spcPct val="100000"/>
              </a:lnSpc>
              <a:spcBef>
                <a:spcPts val="400"/>
              </a:spcBef>
              <a:spcAft>
                <a:spcPts val="0"/>
              </a:spcAft>
              <a:buSzPts val="1600"/>
              <a:buChar char="▪"/>
              <a:defRPr sz="2000"/>
            </a:lvl6pPr>
            <a:lvl7pPr indent="-330200" lvl="6" marL="3200400" algn="l">
              <a:lnSpc>
                <a:spcPct val="100000"/>
              </a:lnSpc>
              <a:spcBef>
                <a:spcPts val="400"/>
              </a:spcBef>
              <a:spcAft>
                <a:spcPts val="0"/>
              </a:spcAft>
              <a:buSzPts val="1600"/>
              <a:buChar char="▪"/>
              <a:defRPr sz="2000"/>
            </a:lvl7pPr>
            <a:lvl8pPr indent="-330200" lvl="7" marL="3657600" algn="l">
              <a:lnSpc>
                <a:spcPct val="100000"/>
              </a:lnSpc>
              <a:spcBef>
                <a:spcPts val="400"/>
              </a:spcBef>
              <a:spcAft>
                <a:spcPts val="0"/>
              </a:spcAft>
              <a:buSzPts val="1600"/>
              <a:buChar char="▪"/>
              <a:defRPr sz="2000"/>
            </a:lvl8pPr>
            <a:lvl9pPr indent="-330200" lvl="8" marL="4114800" algn="l">
              <a:lnSpc>
                <a:spcPct val="100000"/>
              </a:lnSpc>
              <a:spcBef>
                <a:spcPts val="400"/>
              </a:spcBef>
              <a:spcAft>
                <a:spcPts val="0"/>
              </a:spcAft>
              <a:buSzPts val="1600"/>
              <a:buChar char="▪"/>
              <a:defRPr sz="2000"/>
            </a:lvl9pPr>
          </a:lstStyle>
          <a:p/>
        </p:txBody>
      </p:sp>
      <p:sp>
        <p:nvSpPr>
          <p:cNvPr id="129" name="Google Shape;129;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980"/>
              <a:buNone/>
              <a:defRPr sz="1400"/>
            </a:lvl1pPr>
            <a:lvl2pPr indent="-228600" lvl="1" marL="914400" algn="l">
              <a:lnSpc>
                <a:spcPct val="100000"/>
              </a:lnSpc>
              <a:spcBef>
                <a:spcPts val="240"/>
              </a:spcBef>
              <a:spcAft>
                <a:spcPts val="0"/>
              </a:spcAft>
              <a:buSzPts val="84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675"/>
              <a:buNone/>
              <a:defRPr sz="900"/>
            </a:lvl4pPr>
            <a:lvl5pPr indent="-228600" lvl="4" marL="2286000" algn="l">
              <a:lnSpc>
                <a:spcPct val="100000"/>
              </a:lnSpc>
              <a:spcBef>
                <a:spcPts val="180"/>
              </a:spcBef>
              <a:spcAft>
                <a:spcPts val="0"/>
              </a:spcAft>
              <a:buSzPts val="720"/>
              <a:buNone/>
              <a:defRPr sz="900"/>
            </a:lvl5pPr>
            <a:lvl6pPr indent="-228600" lvl="5" marL="2743200" algn="l">
              <a:lnSpc>
                <a:spcPct val="100000"/>
              </a:lnSpc>
              <a:spcBef>
                <a:spcPts val="180"/>
              </a:spcBef>
              <a:spcAft>
                <a:spcPts val="0"/>
              </a:spcAft>
              <a:buSzPts val="720"/>
              <a:buNone/>
              <a:defRPr sz="900"/>
            </a:lvl6pPr>
            <a:lvl7pPr indent="-228600" lvl="6" marL="3200400" algn="l">
              <a:lnSpc>
                <a:spcPct val="100000"/>
              </a:lnSpc>
              <a:spcBef>
                <a:spcPts val="180"/>
              </a:spcBef>
              <a:spcAft>
                <a:spcPts val="0"/>
              </a:spcAft>
              <a:buSzPts val="720"/>
              <a:buNone/>
              <a:defRPr sz="900"/>
            </a:lvl7pPr>
            <a:lvl8pPr indent="-228600" lvl="7" marL="3657600" algn="l">
              <a:lnSpc>
                <a:spcPct val="100000"/>
              </a:lnSpc>
              <a:spcBef>
                <a:spcPts val="180"/>
              </a:spcBef>
              <a:spcAft>
                <a:spcPts val="0"/>
              </a:spcAft>
              <a:buSzPts val="720"/>
              <a:buNone/>
              <a:defRPr sz="900"/>
            </a:lvl8pPr>
            <a:lvl9pPr indent="-228600" lvl="8" marL="4114800" algn="l">
              <a:lnSpc>
                <a:spcPct val="100000"/>
              </a:lnSpc>
              <a:spcBef>
                <a:spcPts val="180"/>
              </a:spcBef>
              <a:spcAft>
                <a:spcPts val="0"/>
              </a:spcAft>
              <a:buSzPts val="720"/>
              <a:buNone/>
              <a:defRPr sz="900"/>
            </a:lvl9pPr>
          </a:lstStyle>
          <a:p/>
        </p:txBody>
      </p:sp>
      <p:sp>
        <p:nvSpPr>
          <p:cNvPr id="130" name="Google Shape;130;p27"/>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7"/>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3" name="Shape 133"/>
        <p:cNvGrpSpPr/>
        <p:nvPr/>
      </p:nvGrpSpPr>
      <p:grpSpPr>
        <a:xfrm>
          <a:off x="0" y="0"/>
          <a:ext cx="0" cy="0"/>
          <a:chOff x="0" y="0"/>
          <a:chExt cx="0" cy="0"/>
        </a:xfrm>
      </p:grpSpPr>
      <p:sp>
        <p:nvSpPr>
          <p:cNvPr id="134" name="Google Shape;134;p28"/>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8"/>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7" name="Shape 137"/>
        <p:cNvGrpSpPr/>
        <p:nvPr/>
      </p:nvGrpSpPr>
      <p:grpSpPr>
        <a:xfrm>
          <a:off x="0" y="0"/>
          <a:ext cx="0" cy="0"/>
          <a:chOff x="0" y="0"/>
          <a:chExt cx="0" cy="0"/>
        </a:xfrm>
      </p:grpSpPr>
      <p:sp>
        <p:nvSpPr>
          <p:cNvPr id="138" name="Google Shape;138;p29"/>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9"/>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9"/>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2" name="Shape 142"/>
        <p:cNvGrpSpPr/>
        <p:nvPr/>
      </p:nvGrpSpPr>
      <p:grpSpPr>
        <a:xfrm>
          <a:off x="0" y="0"/>
          <a:ext cx="0" cy="0"/>
          <a:chOff x="0" y="0"/>
          <a:chExt cx="0" cy="0"/>
        </a:xfrm>
      </p:grpSpPr>
      <p:sp>
        <p:nvSpPr>
          <p:cNvPr id="143" name="Google Shape;143;p30"/>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680"/>
              <a:buNone/>
              <a:defRPr b="1" sz="2400"/>
            </a:lvl1pPr>
            <a:lvl2pPr indent="-228600" lvl="1" marL="914400" algn="l">
              <a:lnSpc>
                <a:spcPct val="100000"/>
              </a:lnSpc>
              <a:spcBef>
                <a:spcPts val="400"/>
              </a:spcBef>
              <a:spcAft>
                <a:spcPts val="0"/>
              </a:spcAft>
              <a:buSzPts val="14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200"/>
              <a:buNone/>
              <a:defRPr b="1" sz="1600"/>
            </a:lvl4pPr>
            <a:lvl5pPr indent="-228600" lvl="4" marL="2286000" algn="l">
              <a:lnSpc>
                <a:spcPct val="100000"/>
              </a:lnSpc>
              <a:spcBef>
                <a:spcPts val="320"/>
              </a:spcBef>
              <a:spcAft>
                <a:spcPts val="0"/>
              </a:spcAft>
              <a:buSzPts val="1280"/>
              <a:buNone/>
              <a:defRPr b="1" sz="1600"/>
            </a:lvl5pPr>
            <a:lvl6pPr indent="-228600" lvl="5" marL="2743200" algn="l">
              <a:lnSpc>
                <a:spcPct val="100000"/>
              </a:lnSpc>
              <a:spcBef>
                <a:spcPts val="320"/>
              </a:spcBef>
              <a:spcAft>
                <a:spcPts val="0"/>
              </a:spcAft>
              <a:buSzPts val="1280"/>
              <a:buNone/>
              <a:defRPr b="1" sz="1600"/>
            </a:lvl6pPr>
            <a:lvl7pPr indent="-228600" lvl="6" marL="3200400" algn="l">
              <a:lnSpc>
                <a:spcPct val="100000"/>
              </a:lnSpc>
              <a:spcBef>
                <a:spcPts val="320"/>
              </a:spcBef>
              <a:spcAft>
                <a:spcPts val="0"/>
              </a:spcAft>
              <a:buSzPts val="1280"/>
              <a:buNone/>
              <a:defRPr b="1" sz="1600"/>
            </a:lvl7pPr>
            <a:lvl8pPr indent="-228600" lvl="7" marL="3657600" algn="l">
              <a:lnSpc>
                <a:spcPct val="100000"/>
              </a:lnSpc>
              <a:spcBef>
                <a:spcPts val="320"/>
              </a:spcBef>
              <a:spcAft>
                <a:spcPts val="0"/>
              </a:spcAft>
              <a:buSzPts val="1280"/>
              <a:buNone/>
              <a:defRPr b="1" sz="1600"/>
            </a:lvl8pPr>
            <a:lvl9pPr indent="-228600" lvl="8" marL="4114800" algn="l">
              <a:lnSpc>
                <a:spcPct val="100000"/>
              </a:lnSpc>
              <a:spcBef>
                <a:spcPts val="320"/>
              </a:spcBef>
              <a:spcAft>
                <a:spcPts val="0"/>
              </a:spcAft>
              <a:buSzPts val="1280"/>
              <a:buNone/>
              <a:defRPr b="1" sz="1600"/>
            </a:lvl9pPr>
          </a:lstStyle>
          <a:p/>
        </p:txBody>
      </p:sp>
      <p:sp>
        <p:nvSpPr>
          <p:cNvPr id="145" name="Google Shape;145;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35280" lvl="0" marL="457200" algn="l">
              <a:lnSpc>
                <a:spcPct val="100000"/>
              </a:lnSpc>
              <a:spcBef>
                <a:spcPts val="480"/>
              </a:spcBef>
              <a:spcAft>
                <a:spcPts val="0"/>
              </a:spcAft>
              <a:buSzPts val="1680"/>
              <a:buChar char="●"/>
              <a:defRPr sz="2400"/>
            </a:lvl1pPr>
            <a:lvl2pPr indent="-317500" lvl="1" marL="914400" algn="l">
              <a:lnSpc>
                <a:spcPct val="100000"/>
              </a:lnSpc>
              <a:spcBef>
                <a:spcPts val="400"/>
              </a:spcBef>
              <a:spcAft>
                <a:spcPts val="0"/>
              </a:spcAft>
              <a:buSzPts val="1400"/>
              <a:buChar char="●"/>
              <a:defRPr sz="2000"/>
            </a:lvl2pPr>
            <a:lvl3pPr indent="-308610" lvl="2" marL="1371600" algn="l">
              <a:lnSpc>
                <a:spcPct val="100000"/>
              </a:lnSpc>
              <a:spcBef>
                <a:spcPts val="360"/>
              </a:spcBef>
              <a:spcAft>
                <a:spcPts val="0"/>
              </a:spcAft>
              <a:buSzPts val="1260"/>
              <a:buChar char="●"/>
              <a:defRPr sz="1800"/>
            </a:lvl3pPr>
            <a:lvl4pPr indent="-304800" lvl="3" marL="1828800" algn="l">
              <a:lnSpc>
                <a:spcPct val="100000"/>
              </a:lnSpc>
              <a:spcBef>
                <a:spcPts val="320"/>
              </a:spcBef>
              <a:spcAft>
                <a:spcPts val="0"/>
              </a:spcAft>
              <a:buSzPts val="1200"/>
              <a:buChar char="▪"/>
              <a:defRPr sz="1600"/>
            </a:lvl4pPr>
            <a:lvl5pPr indent="-309879" lvl="4" marL="2286000" algn="l">
              <a:lnSpc>
                <a:spcPct val="100000"/>
              </a:lnSpc>
              <a:spcBef>
                <a:spcPts val="320"/>
              </a:spcBef>
              <a:spcAft>
                <a:spcPts val="0"/>
              </a:spcAft>
              <a:buSzPts val="1280"/>
              <a:buChar char="▪"/>
              <a:defRPr sz="1600"/>
            </a:lvl5pPr>
            <a:lvl6pPr indent="-309879" lvl="5" marL="2743200" algn="l">
              <a:lnSpc>
                <a:spcPct val="100000"/>
              </a:lnSpc>
              <a:spcBef>
                <a:spcPts val="320"/>
              </a:spcBef>
              <a:spcAft>
                <a:spcPts val="0"/>
              </a:spcAft>
              <a:buSzPts val="1280"/>
              <a:buChar char="▪"/>
              <a:defRPr sz="1600"/>
            </a:lvl6pPr>
            <a:lvl7pPr indent="-309879" lvl="6" marL="3200400" algn="l">
              <a:lnSpc>
                <a:spcPct val="100000"/>
              </a:lnSpc>
              <a:spcBef>
                <a:spcPts val="320"/>
              </a:spcBef>
              <a:spcAft>
                <a:spcPts val="0"/>
              </a:spcAft>
              <a:buSzPts val="1280"/>
              <a:buChar char="▪"/>
              <a:defRPr sz="1600"/>
            </a:lvl7pPr>
            <a:lvl8pPr indent="-309879" lvl="7" marL="3657600" algn="l">
              <a:lnSpc>
                <a:spcPct val="100000"/>
              </a:lnSpc>
              <a:spcBef>
                <a:spcPts val="320"/>
              </a:spcBef>
              <a:spcAft>
                <a:spcPts val="0"/>
              </a:spcAft>
              <a:buSzPts val="1280"/>
              <a:buChar char="▪"/>
              <a:defRPr sz="1600"/>
            </a:lvl8pPr>
            <a:lvl9pPr indent="-309879" lvl="8" marL="4114800" algn="l">
              <a:lnSpc>
                <a:spcPct val="100000"/>
              </a:lnSpc>
              <a:spcBef>
                <a:spcPts val="320"/>
              </a:spcBef>
              <a:spcAft>
                <a:spcPts val="0"/>
              </a:spcAft>
              <a:buSzPts val="1280"/>
              <a:buChar char="▪"/>
              <a:defRPr sz="1600"/>
            </a:lvl9pPr>
          </a:lstStyle>
          <a:p/>
        </p:txBody>
      </p:sp>
      <p:sp>
        <p:nvSpPr>
          <p:cNvPr id="146" name="Google Shape;146;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680"/>
              <a:buNone/>
              <a:defRPr b="1" sz="2400"/>
            </a:lvl1pPr>
            <a:lvl2pPr indent="-228600" lvl="1" marL="914400" algn="l">
              <a:lnSpc>
                <a:spcPct val="100000"/>
              </a:lnSpc>
              <a:spcBef>
                <a:spcPts val="400"/>
              </a:spcBef>
              <a:spcAft>
                <a:spcPts val="0"/>
              </a:spcAft>
              <a:buSzPts val="14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200"/>
              <a:buNone/>
              <a:defRPr b="1" sz="1600"/>
            </a:lvl4pPr>
            <a:lvl5pPr indent="-228600" lvl="4" marL="2286000" algn="l">
              <a:lnSpc>
                <a:spcPct val="100000"/>
              </a:lnSpc>
              <a:spcBef>
                <a:spcPts val="320"/>
              </a:spcBef>
              <a:spcAft>
                <a:spcPts val="0"/>
              </a:spcAft>
              <a:buSzPts val="1280"/>
              <a:buNone/>
              <a:defRPr b="1" sz="1600"/>
            </a:lvl5pPr>
            <a:lvl6pPr indent="-228600" lvl="5" marL="2743200" algn="l">
              <a:lnSpc>
                <a:spcPct val="100000"/>
              </a:lnSpc>
              <a:spcBef>
                <a:spcPts val="320"/>
              </a:spcBef>
              <a:spcAft>
                <a:spcPts val="0"/>
              </a:spcAft>
              <a:buSzPts val="1280"/>
              <a:buNone/>
              <a:defRPr b="1" sz="1600"/>
            </a:lvl6pPr>
            <a:lvl7pPr indent="-228600" lvl="6" marL="3200400" algn="l">
              <a:lnSpc>
                <a:spcPct val="100000"/>
              </a:lnSpc>
              <a:spcBef>
                <a:spcPts val="320"/>
              </a:spcBef>
              <a:spcAft>
                <a:spcPts val="0"/>
              </a:spcAft>
              <a:buSzPts val="1280"/>
              <a:buNone/>
              <a:defRPr b="1" sz="1600"/>
            </a:lvl7pPr>
            <a:lvl8pPr indent="-228600" lvl="7" marL="3657600" algn="l">
              <a:lnSpc>
                <a:spcPct val="100000"/>
              </a:lnSpc>
              <a:spcBef>
                <a:spcPts val="320"/>
              </a:spcBef>
              <a:spcAft>
                <a:spcPts val="0"/>
              </a:spcAft>
              <a:buSzPts val="1280"/>
              <a:buNone/>
              <a:defRPr b="1" sz="1600"/>
            </a:lvl8pPr>
            <a:lvl9pPr indent="-228600" lvl="8" marL="4114800" algn="l">
              <a:lnSpc>
                <a:spcPct val="100000"/>
              </a:lnSpc>
              <a:spcBef>
                <a:spcPts val="320"/>
              </a:spcBef>
              <a:spcAft>
                <a:spcPts val="0"/>
              </a:spcAft>
              <a:buSzPts val="1280"/>
              <a:buNone/>
              <a:defRPr b="1" sz="1600"/>
            </a:lvl9pPr>
          </a:lstStyle>
          <a:p/>
        </p:txBody>
      </p:sp>
      <p:sp>
        <p:nvSpPr>
          <p:cNvPr id="147" name="Google Shape;147;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35280" lvl="0" marL="457200" algn="l">
              <a:lnSpc>
                <a:spcPct val="100000"/>
              </a:lnSpc>
              <a:spcBef>
                <a:spcPts val="480"/>
              </a:spcBef>
              <a:spcAft>
                <a:spcPts val="0"/>
              </a:spcAft>
              <a:buSzPts val="1680"/>
              <a:buChar char="●"/>
              <a:defRPr sz="2400"/>
            </a:lvl1pPr>
            <a:lvl2pPr indent="-317500" lvl="1" marL="914400" algn="l">
              <a:lnSpc>
                <a:spcPct val="100000"/>
              </a:lnSpc>
              <a:spcBef>
                <a:spcPts val="400"/>
              </a:spcBef>
              <a:spcAft>
                <a:spcPts val="0"/>
              </a:spcAft>
              <a:buSzPts val="1400"/>
              <a:buChar char="●"/>
              <a:defRPr sz="2000"/>
            </a:lvl2pPr>
            <a:lvl3pPr indent="-308610" lvl="2" marL="1371600" algn="l">
              <a:lnSpc>
                <a:spcPct val="100000"/>
              </a:lnSpc>
              <a:spcBef>
                <a:spcPts val="360"/>
              </a:spcBef>
              <a:spcAft>
                <a:spcPts val="0"/>
              </a:spcAft>
              <a:buSzPts val="1260"/>
              <a:buChar char="●"/>
              <a:defRPr sz="1800"/>
            </a:lvl3pPr>
            <a:lvl4pPr indent="-304800" lvl="3" marL="1828800" algn="l">
              <a:lnSpc>
                <a:spcPct val="100000"/>
              </a:lnSpc>
              <a:spcBef>
                <a:spcPts val="320"/>
              </a:spcBef>
              <a:spcAft>
                <a:spcPts val="0"/>
              </a:spcAft>
              <a:buSzPts val="1200"/>
              <a:buChar char="▪"/>
              <a:defRPr sz="1600"/>
            </a:lvl4pPr>
            <a:lvl5pPr indent="-309879" lvl="4" marL="2286000" algn="l">
              <a:lnSpc>
                <a:spcPct val="100000"/>
              </a:lnSpc>
              <a:spcBef>
                <a:spcPts val="320"/>
              </a:spcBef>
              <a:spcAft>
                <a:spcPts val="0"/>
              </a:spcAft>
              <a:buSzPts val="1280"/>
              <a:buChar char="▪"/>
              <a:defRPr sz="1600"/>
            </a:lvl5pPr>
            <a:lvl6pPr indent="-309879" lvl="5" marL="2743200" algn="l">
              <a:lnSpc>
                <a:spcPct val="100000"/>
              </a:lnSpc>
              <a:spcBef>
                <a:spcPts val="320"/>
              </a:spcBef>
              <a:spcAft>
                <a:spcPts val="0"/>
              </a:spcAft>
              <a:buSzPts val="1280"/>
              <a:buChar char="▪"/>
              <a:defRPr sz="1600"/>
            </a:lvl6pPr>
            <a:lvl7pPr indent="-309879" lvl="6" marL="3200400" algn="l">
              <a:lnSpc>
                <a:spcPct val="100000"/>
              </a:lnSpc>
              <a:spcBef>
                <a:spcPts val="320"/>
              </a:spcBef>
              <a:spcAft>
                <a:spcPts val="0"/>
              </a:spcAft>
              <a:buSzPts val="1280"/>
              <a:buChar char="▪"/>
              <a:defRPr sz="1600"/>
            </a:lvl7pPr>
            <a:lvl8pPr indent="-309879" lvl="7" marL="3657600" algn="l">
              <a:lnSpc>
                <a:spcPct val="100000"/>
              </a:lnSpc>
              <a:spcBef>
                <a:spcPts val="320"/>
              </a:spcBef>
              <a:spcAft>
                <a:spcPts val="0"/>
              </a:spcAft>
              <a:buSzPts val="1280"/>
              <a:buChar char="▪"/>
              <a:defRPr sz="1600"/>
            </a:lvl8pPr>
            <a:lvl9pPr indent="-309879" lvl="8" marL="4114800" algn="l">
              <a:lnSpc>
                <a:spcPct val="100000"/>
              </a:lnSpc>
              <a:spcBef>
                <a:spcPts val="320"/>
              </a:spcBef>
              <a:spcAft>
                <a:spcPts val="0"/>
              </a:spcAft>
              <a:buSzPts val="1280"/>
              <a:buChar char="▪"/>
              <a:defRPr sz="1600"/>
            </a:lvl9pPr>
          </a:lstStyle>
          <a:p/>
        </p:txBody>
      </p:sp>
      <p:sp>
        <p:nvSpPr>
          <p:cNvPr id="148" name="Google Shape;148;p30"/>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3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30"/>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1" name="Shape 151"/>
        <p:cNvGrpSpPr/>
        <p:nvPr/>
      </p:nvGrpSpPr>
      <p:grpSpPr>
        <a:xfrm>
          <a:off x="0" y="0"/>
          <a:ext cx="0" cy="0"/>
          <a:chOff x="0" y="0"/>
          <a:chExt cx="0" cy="0"/>
        </a:xfrm>
      </p:grpSpPr>
      <p:sp>
        <p:nvSpPr>
          <p:cNvPr id="152" name="Google Shape;152;p31"/>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31"/>
          <p:cNvSpPr txBox="1"/>
          <p:nvPr>
            <p:ph idx="1" type="body"/>
          </p:nvPr>
        </p:nvSpPr>
        <p:spPr>
          <a:xfrm>
            <a:off x="457200" y="1719263"/>
            <a:ext cx="4038600" cy="4411662"/>
          </a:xfrm>
          <a:prstGeom prst="rect">
            <a:avLst/>
          </a:prstGeom>
          <a:noFill/>
          <a:ln>
            <a:noFill/>
          </a:ln>
        </p:spPr>
        <p:txBody>
          <a:bodyPr anchorCtr="0" anchor="t" bIns="45700" lIns="91425" spcFirstLastPara="1" rIns="91425" wrap="square" tIns="45700">
            <a:noAutofit/>
          </a:bodyPr>
          <a:lstStyle>
            <a:lvl1pPr indent="-353060" lvl="0" marL="457200" algn="l">
              <a:lnSpc>
                <a:spcPct val="100000"/>
              </a:lnSpc>
              <a:spcBef>
                <a:spcPts val="560"/>
              </a:spcBef>
              <a:spcAft>
                <a:spcPts val="0"/>
              </a:spcAft>
              <a:buSzPts val="1960"/>
              <a:buChar char="●"/>
              <a:defRPr sz="2800"/>
            </a:lvl1pPr>
            <a:lvl2pPr indent="-335280" lvl="1" marL="914400" algn="l">
              <a:lnSpc>
                <a:spcPct val="100000"/>
              </a:lnSpc>
              <a:spcBef>
                <a:spcPts val="480"/>
              </a:spcBef>
              <a:spcAft>
                <a:spcPts val="0"/>
              </a:spcAft>
              <a:buSzPts val="1680"/>
              <a:buChar char="●"/>
              <a:defRPr sz="2400"/>
            </a:lvl2pPr>
            <a:lvl3pPr indent="-317500" lvl="2" marL="1371600" algn="l">
              <a:lnSpc>
                <a:spcPct val="100000"/>
              </a:lnSpc>
              <a:spcBef>
                <a:spcPts val="400"/>
              </a:spcBef>
              <a:spcAft>
                <a:spcPts val="0"/>
              </a:spcAft>
              <a:buSzPts val="1400"/>
              <a:buChar char="●"/>
              <a:defRPr sz="2000"/>
            </a:lvl3pPr>
            <a:lvl4pPr indent="-314325" lvl="3" marL="1828800" algn="l">
              <a:lnSpc>
                <a:spcPct val="100000"/>
              </a:lnSpc>
              <a:spcBef>
                <a:spcPts val="360"/>
              </a:spcBef>
              <a:spcAft>
                <a:spcPts val="0"/>
              </a:spcAft>
              <a:buSzPts val="1350"/>
              <a:buChar char="▪"/>
              <a:defRPr sz="1800"/>
            </a:lvl4pPr>
            <a:lvl5pPr indent="-320039" lvl="4" marL="2286000" algn="l">
              <a:lnSpc>
                <a:spcPct val="100000"/>
              </a:lnSpc>
              <a:spcBef>
                <a:spcPts val="360"/>
              </a:spcBef>
              <a:spcAft>
                <a:spcPts val="0"/>
              </a:spcAft>
              <a:buSzPts val="1440"/>
              <a:buChar char="▪"/>
              <a:defRPr sz="1800"/>
            </a:lvl5pPr>
            <a:lvl6pPr indent="-320039" lvl="5" marL="2743200" algn="l">
              <a:lnSpc>
                <a:spcPct val="100000"/>
              </a:lnSpc>
              <a:spcBef>
                <a:spcPts val="360"/>
              </a:spcBef>
              <a:spcAft>
                <a:spcPts val="0"/>
              </a:spcAft>
              <a:buSzPts val="1440"/>
              <a:buChar char="▪"/>
              <a:defRPr sz="1800"/>
            </a:lvl6pPr>
            <a:lvl7pPr indent="-320039" lvl="6" marL="3200400" algn="l">
              <a:lnSpc>
                <a:spcPct val="100000"/>
              </a:lnSpc>
              <a:spcBef>
                <a:spcPts val="360"/>
              </a:spcBef>
              <a:spcAft>
                <a:spcPts val="0"/>
              </a:spcAft>
              <a:buSzPts val="1440"/>
              <a:buChar char="▪"/>
              <a:defRPr sz="1800"/>
            </a:lvl7pPr>
            <a:lvl8pPr indent="-320040" lvl="7" marL="3657600" algn="l">
              <a:lnSpc>
                <a:spcPct val="100000"/>
              </a:lnSpc>
              <a:spcBef>
                <a:spcPts val="360"/>
              </a:spcBef>
              <a:spcAft>
                <a:spcPts val="0"/>
              </a:spcAft>
              <a:buSzPts val="1440"/>
              <a:buChar char="▪"/>
              <a:defRPr sz="1800"/>
            </a:lvl8pPr>
            <a:lvl9pPr indent="-320040" lvl="8" marL="4114800" algn="l">
              <a:lnSpc>
                <a:spcPct val="100000"/>
              </a:lnSpc>
              <a:spcBef>
                <a:spcPts val="360"/>
              </a:spcBef>
              <a:spcAft>
                <a:spcPts val="0"/>
              </a:spcAft>
              <a:buSzPts val="1440"/>
              <a:buChar char="▪"/>
              <a:defRPr sz="1800"/>
            </a:lvl9pPr>
          </a:lstStyle>
          <a:p/>
        </p:txBody>
      </p:sp>
      <p:sp>
        <p:nvSpPr>
          <p:cNvPr id="154" name="Google Shape;154;p31"/>
          <p:cNvSpPr txBox="1"/>
          <p:nvPr>
            <p:ph idx="2" type="body"/>
          </p:nvPr>
        </p:nvSpPr>
        <p:spPr>
          <a:xfrm>
            <a:off x="4648200" y="1719263"/>
            <a:ext cx="4038600" cy="4411662"/>
          </a:xfrm>
          <a:prstGeom prst="rect">
            <a:avLst/>
          </a:prstGeom>
          <a:noFill/>
          <a:ln>
            <a:noFill/>
          </a:ln>
        </p:spPr>
        <p:txBody>
          <a:bodyPr anchorCtr="0" anchor="t" bIns="45700" lIns="91425" spcFirstLastPara="1" rIns="91425" wrap="square" tIns="45700">
            <a:noAutofit/>
          </a:bodyPr>
          <a:lstStyle>
            <a:lvl1pPr indent="-353060" lvl="0" marL="457200" algn="l">
              <a:lnSpc>
                <a:spcPct val="100000"/>
              </a:lnSpc>
              <a:spcBef>
                <a:spcPts val="560"/>
              </a:spcBef>
              <a:spcAft>
                <a:spcPts val="0"/>
              </a:spcAft>
              <a:buSzPts val="1960"/>
              <a:buChar char="●"/>
              <a:defRPr sz="2800"/>
            </a:lvl1pPr>
            <a:lvl2pPr indent="-335280" lvl="1" marL="914400" algn="l">
              <a:lnSpc>
                <a:spcPct val="100000"/>
              </a:lnSpc>
              <a:spcBef>
                <a:spcPts val="480"/>
              </a:spcBef>
              <a:spcAft>
                <a:spcPts val="0"/>
              </a:spcAft>
              <a:buSzPts val="1680"/>
              <a:buChar char="●"/>
              <a:defRPr sz="2400"/>
            </a:lvl2pPr>
            <a:lvl3pPr indent="-317500" lvl="2" marL="1371600" algn="l">
              <a:lnSpc>
                <a:spcPct val="100000"/>
              </a:lnSpc>
              <a:spcBef>
                <a:spcPts val="400"/>
              </a:spcBef>
              <a:spcAft>
                <a:spcPts val="0"/>
              </a:spcAft>
              <a:buSzPts val="1400"/>
              <a:buChar char="●"/>
              <a:defRPr sz="2000"/>
            </a:lvl3pPr>
            <a:lvl4pPr indent="-314325" lvl="3" marL="1828800" algn="l">
              <a:lnSpc>
                <a:spcPct val="100000"/>
              </a:lnSpc>
              <a:spcBef>
                <a:spcPts val="360"/>
              </a:spcBef>
              <a:spcAft>
                <a:spcPts val="0"/>
              </a:spcAft>
              <a:buSzPts val="1350"/>
              <a:buChar char="▪"/>
              <a:defRPr sz="1800"/>
            </a:lvl4pPr>
            <a:lvl5pPr indent="-320039" lvl="4" marL="2286000" algn="l">
              <a:lnSpc>
                <a:spcPct val="100000"/>
              </a:lnSpc>
              <a:spcBef>
                <a:spcPts val="360"/>
              </a:spcBef>
              <a:spcAft>
                <a:spcPts val="0"/>
              </a:spcAft>
              <a:buSzPts val="1440"/>
              <a:buChar char="▪"/>
              <a:defRPr sz="1800"/>
            </a:lvl5pPr>
            <a:lvl6pPr indent="-320039" lvl="5" marL="2743200" algn="l">
              <a:lnSpc>
                <a:spcPct val="100000"/>
              </a:lnSpc>
              <a:spcBef>
                <a:spcPts val="360"/>
              </a:spcBef>
              <a:spcAft>
                <a:spcPts val="0"/>
              </a:spcAft>
              <a:buSzPts val="1440"/>
              <a:buChar char="▪"/>
              <a:defRPr sz="1800"/>
            </a:lvl6pPr>
            <a:lvl7pPr indent="-320039" lvl="6" marL="3200400" algn="l">
              <a:lnSpc>
                <a:spcPct val="100000"/>
              </a:lnSpc>
              <a:spcBef>
                <a:spcPts val="360"/>
              </a:spcBef>
              <a:spcAft>
                <a:spcPts val="0"/>
              </a:spcAft>
              <a:buSzPts val="1440"/>
              <a:buChar char="▪"/>
              <a:defRPr sz="1800"/>
            </a:lvl7pPr>
            <a:lvl8pPr indent="-320040" lvl="7" marL="3657600" algn="l">
              <a:lnSpc>
                <a:spcPct val="100000"/>
              </a:lnSpc>
              <a:spcBef>
                <a:spcPts val="360"/>
              </a:spcBef>
              <a:spcAft>
                <a:spcPts val="0"/>
              </a:spcAft>
              <a:buSzPts val="1440"/>
              <a:buChar char="▪"/>
              <a:defRPr sz="1800"/>
            </a:lvl8pPr>
            <a:lvl9pPr indent="-320040" lvl="8" marL="4114800" algn="l">
              <a:lnSpc>
                <a:spcPct val="100000"/>
              </a:lnSpc>
              <a:spcBef>
                <a:spcPts val="360"/>
              </a:spcBef>
              <a:spcAft>
                <a:spcPts val="0"/>
              </a:spcAft>
              <a:buSzPts val="1440"/>
              <a:buChar char="▪"/>
              <a:defRPr sz="1800"/>
            </a:lvl9pPr>
          </a:lstStyle>
          <a:p/>
        </p:txBody>
      </p:sp>
      <p:sp>
        <p:nvSpPr>
          <p:cNvPr id="155" name="Google Shape;155;p31"/>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3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31"/>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8" name="Shape 158"/>
        <p:cNvGrpSpPr/>
        <p:nvPr/>
      </p:nvGrpSpPr>
      <p:grpSpPr>
        <a:xfrm>
          <a:off x="0" y="0"/>
          <a:ext cx="0" cy="0"/>
          <a:chOff x="0" y="0"/>
          <a:chExt cx="0" cy="0"/>
        </a:xfrm>
      </p:grpSpPr>
      <p:sp>
        <p:nvSpPr>
          <p:cNvPr id="159" name="Google Shape;159;p3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3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SzPts val="1400"/>
              <a:buNone/>
              <a:defRPr sz="2000"/>
            </a:lvl1pPr>
            <a:lvl2pPr indent="-228600" lvl="1" marL="914400" algn="l">
              <a:lnSpc>
                <a:spcPct val="100000"/>
              </a:lnSpc>
              <a:spcBef>
                <a:spcPts val="360"/>
              </a:spcBef>
              <a:spcAft>
                <a:spcPts val="0"/>
              </a:spcAft>
              <a:buSzPts val="1260"/>
              <a:buNone/>
              <a:defRPr sz="1800"/>
            </a:lvl2pPr>
            <a:lvl3pPr indent="-228600" lvl="2" marL="1371600" algn="l">
              <a:lnSpc>
                <a:spcPct val="100000"/>
              </a:lnSpc>
              <a:spcBef>
                <a:spcPts val="320"/>
              </a:spcBef>
              <a:spcAft>
                <a:spcPts val="0"/>
              </a:spcAft>
              <a:buSzPts val="1120"/>
              <a:buNone/>
              <a:defRPr sz="1600"/>
            </a:lvl3pPr>
            <a:lvl4pPr indent="-228600" lvl="3" marL="1828800" algn="l">
              <a:lnSpc>
                <a:spcPct val="100000"/>
              </a:lnSpc>
              <a:spcBef>
                <a:spcPts val="280"/>
              </a:spcBef>
              <a:spcAft>
                <a:spcPts val="0"/>
              </a:spcAft>
              <a:buSzPts val="1050"/>
              <a:buNone/>
              <a:defRPr sz="1400"/>
            </a:lvl4pPr>
            <a:lvl5pPr indent="-228600" lvl="4" marL="2286000" algn="l">
              <a:lnSpc>
                <a:spcPct val="100000"/>
              </a:lnSpc>
              <a:spcBef>
                <a:spcPts val="280"/>
              </a:spcBef>
              <a:spcAft>
                <a:spcPts val="0"/>
              </a:spcAft>
              <a:buSzPts val="1120"/>
              <a:buNone/>
              <a:defRPr sz="1400"/>
            </a:lvl5pPr>
            <a:lvl6pPr indent="-228600" lvl="5" marL="2743200" algn="l">
              <a:lnSpc>
                <a:spcPct val="100000"/>
              </a:lnSpc>
              <a:spcBef>
                <a:spcPts val="280"/>
              </a:spcBef>
              <a:spcAft>
                <a:spcPts val="0"/>
              </a:spcAft>
              <a:buSzPts val="1120"/>
              <a:buNone/>
              <a:defRPr sz="1400"/>
            </a:lvl6pPr>
            <a:lvl7pPr indent="-228600" lvl="6" marL="3200400" algn="l">
              <a:lnSpc>
                <a:spcPct val="100000"/>
              </a:lnSpc>
              <a:spcBef>
                <a:spcPts val="280"/>
              </a:spcBef>
              <a:spcAft>
                <a:spcPts val="0"/>
              </a:spcAft>
              <a:buSzPts val="1120"/>
              <a:buNone/>
              <a:defRPr sz="1400"/>
            </a:lvl7pPr>
            <a:lvl8pPr indent="-228600" lvl="7" marL="3657600" algn="l">
              <a:lnSpc>
                <a:spcPct val="100000"/>
              </a:lnSpc>
              <a:spcBef>
                <a:spcPts val="280"/>
              </a:spcBef>
              <a:spcAft>
                <a:spcPts val="0"/>
              </a:spcAft>
              <a:buSzPts val="1120"/>
              <a:buNone/>
              <a:defRPr sz="1400"/>
            </a:lvl8pPr>
            <a:lvl9pPr indent="-228600" lvl="8" marL="4114800" algn="l">
              <a:lnSpc>
                <a:spcPct val="100000"/>
              </a:lnSpc>
              <a:spcBef>
                <a:spcPts val="280"/>
              </a:spcBef>
              <a:spcAft>
                <a:spcPts val="0"/>
              </a:spcAft>
              <a:buSzPts val="1120"/>
              <a:buNone/>
              <a:defRPr sz="1400"/>
            </a:lvl9pPr>
          </a:lstStyle>
          <a:p/>
        </p:txBody>
      </p:sp>
      <p:sp>
        <p:nvSpPr>
          <p:cNvPr id="161" name="Google Shape;161;p32"/>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3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32"/>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19"/>
          <p:cNvCxnSpPr/>
          <p:nvPr/>
        </p:nvCxnSpPr>
        <p:spPr>
          <a:xfrm>
            <a:off x="7315200" y="1066800"/>
            <a:ext cx="0" cy="4495800"/>
          </a:xfrm>
          <a:prstGeom prst="straightConnector1">
            <a:avLst/>
          </a:prstGeom>
          <a:noFill/>
          <a:ln cap="flat" cmpd="sng" w="9525">
            <a:solidFill>
              <a:schemeClr val="dk1"/>
            </a:solidFill>
            <a:prstDash val="solid"/>
            <a:miter lim="800000"/>
            <a:headEnd len="sm" w="sm" type="none"/>
            <a:tailEnd len="sm" w="sm" type="none"/>
          </a:ln>
        </p:spPr>
      </p:cxnSp>
      <p:grpSp>
        <p:nvGrpSpPr>
          <p:cNvPr id="11" name="Google Shape;11;p19"/>
          <p:cNvGrpSpPr/>
          <p:nvPr/>
        </p:nvGrpSpPr>
        <p:grpSpPr>
          <a:xfrm>
            <a:off x="7493000" y="2992437"/>
            <a:ext cx="1338262" cy="2189162"/>
            <a:chOff x="4704" y="1885"/>
            <a:chExt cx="843" cy="1379"/>
          </a:xfrm>
        </p:grpSpPr>
        <p:sp>
          <p:nvSpPr>
            <p:cNvPr id="12" name="Google Shape;12;p19"/>
            <p:cNvSpPr/>
            <p:nvPr/>
          </p:nvSpPr>
          <p:spPr>
            <a:xfrm>
              <a:off x="4704" y="1885"/>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 name="Google Shape;13;p19"/>
            <p:cNvSpPr/>
            <p:nvPr/>
          </p:nvSpPr>
          <p:spPr>
            <a:xfrm>
              <a:off x="4883" y="1885"/>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19"/>
            <p:cNvSpPr/>
            <p:nvPr/>
          </p:nvSpPr>
          <p:spPr>
            <a:xfrm>
              <a:off x="5062" y="1885"/>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19"/>
            <p:cNvSpPr/>
            <p:nvPr/>
          </p:nvSpPr>
          <p:spPr>
            <a:xfrm>
              <a:off x="4704" y="2064"/>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 name="Google Shape;16;p19"/>
            <p:cNvSpPr/>
            <p:nvPr/>
          </p:nvSpPr>
          <p:spPr>
            <a:xfrm>
              <a:off x="4883" y="2064"/>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 name="Google Shape;17;p19"/>
            <p:cNvSpPr/>
            <p:nvPr/>
          </p:nvSpPr>
          <p:spPr>
            <a:xfrm>
              <a:off x="5062" y="2064"/>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 name="Google Shape;18;p19"/>
            <p:cNvSpPr/>
            <p:nvPr/>
          </p:nvSpPr>
          <p:spPr>
            <a:xfrm>
              <a:off x="5241" y="2064"/>
              <a:ext cx="127" cy="1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 name="Google Shape;19;p19"/>
            <p:cNvSpPr/>
            <p:nvPr/>
          </p:nvSpPr>
          <p:spPr>
            <a:xfrm>
              <a:off x="4704" y="2243"/>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19"/>
            <p:cNvSpPr/>
            <p:nvPr/>
          </p:nvSpPr>
          <p:spPr>
            <a:xfrm>
              <a:off x="4883" y="2243"/>
              <a:ext cx="127" cy="12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 name="Google Shape;21;p19"/>
            <p:cNvSpPr/>
            <p:nvPr/>
          </p:nvSpPr>
          <p:spPr>
            <a:xfrm>
              <a:off x="5062" y="2243"/>
              <a:ext cx="127" cy="1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 name="Google Shape;22;p19"/>
            <p:cNvSpPr/>
            <p:nvPr/>
          </p:nvSpPr>
          <p:spPr>
            <a:xfrm>
              <a:off x="5241" y="2243"/>
              <a:ext cx="127" cy="1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 name="Google Shape;23;p19"/>
            <p:cNvSpPr/>
            <p:nvPr/>
          </p:nvSpPr>
          <p:spPr>
            <a:xfrm>
              <a:off x="5420" y="2243"/>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 name="Google Shape;24;p19"/>
            <p:cNvSpPr/>
            <p:nvPr/>
          </p:nvSpPr>
          <p:spPr>
            <a:xfrm>
              <a:off x="4704" y="2421"/>
              <a:ext cx="127" cy="128"/>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 name="Google Shape;25;p19"/>
            <p:cNvSpPr/>
            <p:nvPr/>
          </p:nvSpPr>
          <p:spPr>
            <a:xfrm>
              <a:off x="4883" y="2421"/>
              <a:ext cx="127" cy="12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 name="Google Shape;26;p19"/>
            <p:cNvSpPr/>
            <p:nvPr/>
          </p:nvSpPr>
          <p:spPr>
            <a:xfrm>
              <a:off x="5062" y="2421"/>
              <a:ext cx="127" cy="12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 name="Google Shape;27;p19"/>
            <p:cNvSpPr/>
            <p:nvPr/>
          </p:nvSpPr>
          <p:spPr>
            <a:xfrm>
              <a:off x="5241" y="2421"/>
              <a:ext cx="127" cy="128"/>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 name="Google Shape;28;p19"/>
            <p:cNvSpPr/>
            <p:nvPr/>
          </p:nvSpPr>
          <p:spPr>
            <a:xfrm>
              <a:off x="4704" y="2600"/>
              <a:ext cx="127" cy="12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 name="Google Shape;29;p19"/>
            <p:cNvSpPr/>
            <p:nvPr/>
          </p:nvSpPr>
          <p:spPr>
            <a:xfrm>
              <a:off x="4883" y="2600"/>
              <a:ext cx="127" cy="12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 name="Google Shape;30;p19"/>
            <p:cNvSpPr/>
            <p:nvPr/>
          </p:nvSpPr>
          <p:spPr>
            <a:xfrm>
              <a:off x="5062" y="2600"/>
              <a:ext cx="127" cy="128"/>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 name="Google Shape;31;p19"/>
            <p:cNvSpPr/>
            <p:nvPr/>
          </p:nvSpPr>
          <p:spPr>
            <a:xfrm>
              <a:off x="5241" y="2600"/>
              <a:ext cx="127" cy="128"/>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 name="Google Shape;32;p19"/>
            <p:cNvSpPr/>
            <p:nvPr/>
          </p:nvSpPr>
          <p:spPr>
            <a:xfrm>
              <a:off x="5420" y="2600"/>
              <a:ext cx="127" cy="128"/>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 name="Google Shape;33;p19"/>
            <p:cNvSpPr/>
            <p:nvPr/>
          </p:nvSpPr>
          <p:spPr>
            <a:xfrm>
              <a:off x="4704" y="2779"/>
              <a:ext cx="127" cy="1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 name="Google Shape;34;p19"/>
            <p:cNvSpPr/>
            <p:nvPr/>
          </p:nvSpPr>
          <p:spPr>
            <a:xfrm>
              <a:off x="4883" y="2779"/>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 name="Google Shape;35;p19"/>
            <p:cNvSpPr/>
            <p:nvPr/>
          </p:nvSpPr>
          <p:spPr>
            <a:xfrm>
              <a:off x="5062" y="2779"/>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 name="Google Shape;36;p19"/>
            <p:cNvSpPr/>
            <p:nvPr/>
          </p:nvSpPr>
          <p:spPr>
            <a:xfrm>
              <a:off x="5241" y="2779"/>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 name="Google Shape;37;p19"/>
            <p:cNvSpPr/>
            <p:nvPr/>
          </p:nvSpPr>
          <p:spPr>
            <a:xfrm>
              <a:off x="4704" y="2958"/>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 name="Google Shape;38;p19"/>
            <p:cNvSpPr/>
            <p:nvPr/>
          </p:nvSpPr>
          <p:spPr>
            <a:xfrm>
              <a:off x="4883" y="2958"/>
              <a:ext cx="127" cy="127"/>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 name="Google Shape;39;p19"/>
            <p:cNvSpPr/>
            <p:nvPr/>
          </p:nvSpPr>
          <p:spPr>
            <a:xfrm>
              <a:off x="5062" y="2958"/>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 name="Google Shape;40;p19"/>
            <p:cNvSpPr/>
            <p:nvPr/>
          </p:nvSpPr>
          <p:spPr>
            <a:xfrm>
              <a:off x="5241" y="2958"/>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 name="Google Shape;41;p19"/>
            <p:cNvSpPr/>
            <p:nvPr/>
          </p:nvSpPr>
          <p:spPr>
            <a:xfrm>
              <a:off x="4883" y="3137"/>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 name="Google Shape;42;p19"/>
            <p:cNvSpPr/>
            <p:nvPr/>
          </p:nvSpPr>
          <p:spPr>
            <a:xfrm>
              <a:off x="5241" y="3137"/>
              <a:ext cx="127" cy="127"/>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cxnSp>
        <p:nvCxnSpPr>
          <p:cNvPr id="43" name="Google Shape;43;p19"/>
          <p:cNvCxnSpPr/>
          <p:nvPr/>
        </p:nvCxnSpPr>
        <p:spPr>
          <a:xfrm>
            <a:off x="304800" y="2819400"/>
            <a:ext cx="8229600" cy="0"/>
          </a:xfrm>
          <a:prstGeom prst="straightConnector1">
            <a:avLst/>
          </a:prstGeom>
          <a:noFill/>
          <a:ln cap="flat" cmpd="sng" w="9525">
            <a:solidFill>
              <a:schemeClr val="dk1"/>
            </a:solidFill>
            <a:prstDash val="solid"/>
            <a:miter lim="800000"/>
            <a:headEnd len="sm" w="sm" type="none"/>
            <a:tailEnd len="sm" w="sm" type="none"/>
          </a:ln>
        </p:spPr>
      </p:cxnSp>
      <p:sp>
        <p:nvSpPr>
          <p:cNvPr id="44" name="Google Shape;44;p19"/>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9pPr>
          </a:lstStyle>
          <a:p/>
        </p:txBody>
      </p:sp>
      <p:sp>
        <p:nvSpPr>
          <p:cNvPr id="45" name="Google Shape;45;p19"/>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lvl1pPr indent="-361950" lvl="0" marL="457200" marR="0" rtl="0" algn="l">
              <a:lnSpc>
                <a:spcPct val="100000"/>
              </a:lnSpc>
              <a:spcBef>
                <a:spcPts val="600"/>
              </a:spcBef>
              <a:spcAft>
                <a:spcPts val="0"/>
              </a:spcAft>
              <a:buClr>
                <a:schemeClr val="dk2"/>
              </a:buClr>
              <a:buSzPts val="2100"/>
              <a:buFont typeface="Noto Sans Symbols"/>
              <a:buChar char="●"/>
              <a:defRPr b="0" i="0" sz="3000" u="none" cap="none" strike="noStrike">
                <a:solidFill>
                  <a:schemeClr val="dk1"/>
                </a:solidFill>
                <a:latin typeface="Arial"/>
                <a:ea typeface="Arial"/>
                <a:cs typeface="Arial"/>
                <a:sym typeface="Arial"/>
              </a:defRPr>
            </a:lvl1pPr>
            <a:lvl2pPr indent="-344169" lvl="1" marL="914400" marR="0" rtl="0" algn="l">
              <a:lnSpc>
                <a:spcPct val="100000"/>
              </a:lnSpc>
              <a:spcBef>
                <a:spcPts val="520"/>
              </a:spcBef>
              <a:spcAft>
                <a:spcPts val="0"/>
              </a:spcAft>
              <a:buClr>
                <a:schemeClr val="accent2"/>
              </a:buClr>
              <a:buSzPts val="1820"/>
              <a:buFont typeface="Noto Sans Symbols"/>
              <a:buChar char="●"/>
              <a:defRPr b="0" i="0" sz="2600" u="none" cap="none" strike="noStrike">
                <a:solidFill>
                  <a:schemeClr val="dk1"/>
                </a:solidFill>
                <a:latin typeface="Arial"/>
                <a:ea typeface="Arial"/>
                <a:cs typeface="Arial"/>
                <a:sym typeface="Arial"/>
              </a:defRPr>
            </a:lvl2pPr>
            <a:lvl3pPr indent="-330835" lvl="2" marL="1371600" marR="0" rtl="0" algn="l">
              <a:lnSpc>
                <a:spcPct val="100000"/>
              </a:lnSpc>
              <a:spcBef>
                <a:spcPts val="460"/>
              </a:spcBef>
              <a:spcAft>
                <a:spcPts val="0"/>
              </a:spcAft>
              <a:buClr>
                <a:schemeClr val="accent1"/>
              </a:buClr>
              <a:buSzPts val="1610"/>
              <a:buFont typeface="Noto Sans Symbols"/>
              <a:buChar char="●"/>
              <a:defRPr b="0" i="0" sz="2300" u="none" cap="none" strike="noStrike">
                <a:solidFill>
                  <a:schemeClr val="dk1"/>
                </a:solidFill>
                <a:latin typeface="Arial"/>
                <a:ea typeface="Arial"/>
                <a:cs typeface="Arial"/>
                <a:sym typeface="Arial"/>
              </a:defRPr>
            </a:lvl3pPr>
            <a:lvl4pPr indent="-323850" lvl="3" marL="1828800" marR="0" rtl="0" algn="l">
              <a:lnSpc>
                <a:spcPct val="100000"/>
              </a:lnSpc>
              <a:spcBef>
                <a:spcPts val="400"/>
              </a:spcBef>
              <a:spcAft>
                <a:spcPts val="0"/>
              </a:spcAft>
              <a:buClr>
                <a:schemeClr val="dk2"/>
              </a:buClr>
              <a:buSzPts val="1500"/>
              <a:buFont typeface="Noto Sans Symbols"/>
              <a:buChar char="▪"/>
              <a:defRPr b="0" i="0" sz="2000" u="none" cap="none" strike="noStrike">
                <a:solidFill>
                  <a:schemeClr val="dk1"/>
                </a:solidFill>
                <a:latin typeface="Arial"/>
                <a:ea typeface="Arial"/>
                <a:cs typeface="Arial"/>
                <a:sym typeface="Arial"/>
              </a:defRPr>
            </a:lvl4pPr>
            <a:lvl5pPr indent="-330200" lvl="4" marL="22860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5pPr>
            <a:lvl6pPr indent="-330200" lvl="5" marL="27432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6pPr>
            <a:lvl7pPr indent="-330200" lvl="6" marL="32004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7pPr>
            <a:lvl8pPr indent="-330200" lvl="7" marL="36576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8pPr>
            <a:lvl9pPr indent="-330200" lvl="8" marL="41148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9pPr>
          </a:lstStyle>
          <a:p/>
        </p:txBody>
      </p:sp>
      <p:sp>
        <p:nvSpPr>
          <p:cNvPr id="46" name="Google Shape;46;p19"/>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7" name="Google Shape;47;p1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8" name="Google Shape;48;p19"/>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 name="Shape 55"/>
        <p:cNvGrpSpPr/>
        <p:nvPr/>
      </p:nvGrpSpPr>
      <p:grpSpPr>
        <a:xfrm>
          <a:off x="0" y="0"/>
          <a:ext cx="0" cy="0"/>
          <a:chOff x="0" y="0"/>
          <a:chExt cx="0" cy="0"/>
        </a:xfrm>
      </p:grpSpPr>
      <p:cxnSp>
        <p:nvCxnSpPr>
          <p:cNvPr id="56" name="Google Shape;56;p21"/>
          <p:cNvCxnSpPr/>
          <p:nvPr/>
        </p:nvCxnSpPr>
        <p:spPr>
          <a:xfrm>
            <a:off x="7962900" y="152400"/>
            <a:ext cx="0" cy="1524000"/>
          </a:xfrm>
          <a:prstGeom prst="straightConnector1">
            <a:avLst/>
          </a:prstGeom>
          <a:noFill/>
          <a:ln cap="flat" cmpd="sng" w="9525">
            <a:solidFill>
              <a:schemeClr val="dk1"/>
            </a:solidFill>
            <a:prstDash val="solid"/>
            <a:miter lim="800000"/>
            <a:headEnd len="sm" w="sm" type="none"/>
            <a:tailEnd len="sm" w="sm" type="none"/>
          </a:ln>
        </p:spPr>
      </p:cxnSp>
      <p:sp>
        <p:nvSpPr>
          <p:cNvPr id="57" name="Google Shape;57;p21"/>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3900" u="none" cap="none" strike="noStrike">
                <a:solidFill>
                  <a:schemeClr val="dk2"/>
                </a:solidFill>
                <a:latin typeface="Arial"/>
                <a:ea typeface="Arial"/>
                <a:cs typeface="Arial"/>
                <a:sym typeface="Arial"/>
              </a:defRPr>
            </a:lvl9pPr>
          </a:lstStyle>
          <a:p/>
        </p:txBody>
      </p:sp>
      <p:sp>
        <p:nvSpPr>
          <p:cNvPr id="58" name="Google Shape;58;p21"/>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lvl1pPr indent="-361950" lvl="0" marL="457200" marR="0" rtl="0" algn="l">
              <a:lnSpc>
                <a:spcPct val="100000"/>
              </a:lnSpc>
              <a:spcBef>
                <a:spcPts val="600"/>
              </a:spcBef>
              <a:spcAft>
                <a:spcPts val="0"/>
              </a:spcAft>
              <a:buClr>
                <a:schemeClr val="dk2"/>
              </a:buClr>
              <a:buSzPts val="2100"/>
              <a:buFont typeface="Noto Sans Symbols"/>
              <a:buChar char="●"/>
              <a:defRPr b="0" i="0" sz="3000" u="none" cap="none" strike="noStrike">
                <a:solidFill>
                  <a:schemeClr val="dk1"/>
                </a:solidFill>
                <a:latin typeface="Arial"/>
                <a:ea typeface="Arial"/>
                <a:cs typeface="Arial"/>
                <a:sym typeface="Arial"/>
              </a:defRPr>
            </a:lvl1pPr>
            <a:lvl2pPr indent="-344169" lvl="1" marL="914400" marR="0" rtl="0" algn="l">
              <a:lnSpc>
                <a:spcPct val="100000"/>
              </a:lnSpc>
              <a:spcBef>
                <a:spcPts val="520"/>
              </a:spcBef>
              <a:spcAft>
                <a:spcPts val="0"/>
              </a:spcAft>
              <a:buClr>
                <a:schemeClr val="accent2"/>
              </a:buClr>
              <a:buSzPts val="1820"/>
              <a:buFont typeface="Noto Sans Symbols"/>
              <a:buChar char="●"/>
              <a:defRPr b="0" i="0" sz="2600" u="none" cap="none" strike="noStrike">
                <a:solidFill>
                  <a:schemeClr val="dk1"/>
                </a:solidFill>
                <a:latin typeface="Arial"/>
                <a:ea typeface="Arial"/>
                <a:cs typeface="Arial"/>
                <a:sym typeface="Arial"/>
              </a:defRPr>
            </a:lvl2pPr>
            <a:lvl3pPr indent="-330835" lvl="2" marL="1371600" marR="0" rtl="0" algn="l">
              <a:lnSpc>
                <a:spcPct val="100000"/>
              </a:lnSpc>
              <a:spcBef>
                <a:spcPts val="460"/>
              </a:spcBef>
              <a:spcAft>
                <a:spcPts val="0"/>
              </a:spcAft>
              <a:buClr>
                <a:schemeClr val="accent1"/>
              </a:buClr>
              <a:buSzPts val="1610"/>
              <a:buFont typeface="Noto Sans Symbols"/>
              <a:buChar char="●"/>
              <a:defRPr b="0" i="0" sz="2300" u="none" cap="none" strike="noStrike">
                <a:solidFill>
                  <a:schemeClr val="dk1"/>
                </a:solidFill>
                <a:latin typeface="Arial"/>
                <a:ea typeface="Arial"/>
                <a:cs typeface="Arial"/>
                <a:sym typeface="Arial"/>
              </a:defRPr>
            </a:lvl3pPr>
            <a:lvl4pPr indent="-323850" lvl="3" marL="1828800" marR="0" rtl="0" algn="l">
              <a:lnSpc>
                <a:spcPct val="100000"/>
              </a:lnSpc>
              <a:spcBef>
                <a:spcPts val="400"/>
              </a:spcBef>
              <a:spcAft>
                <a:spcPts val="0"/>
              </a:spcAft>
              <a:buClr>
                <a:schemeClr val="dk2"/>
              </a:buClr>
              <a:buSzPts val="1500"/>
              <a:buFont typeface="Noto Sans Symbols"/>
              <a:buChar char="▪"/>
              <a:defRPr b="0" i="0" sz="2000" u="none" cap="none" strike="noStrike">
                <a:solidFill>
                  <a:schemeClr val="dk1"/>
                </a:solidFill>
                <a:latin typeface="Arial"/>
                <a:ea typeface="Arial"/>
                <a:cs typeface="Arial"/>
                <a:sym typeface="Arial"/>
              </a:defRPr>
            </a:lvl4pPr>
            <a:lvl5pPr indent="-330200" lvl="4" marL="22860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5pPr>
            <a:lvl6pPr indent="-330200" lvl="5" marL="27432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6pPr>
            <a:lvl7pPr indent="-330200" lvl="6" marL="32004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7pPr>
            <a:lvl8pPr indent="-330200" lvl="7" marL="36576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8pPr>
            <a:lvl9pPr indent="-330200" lvl="8" marL="4114800" marR="0" rtl="0" algn="l">
              <a:lnSpc>
                <a:spcPct val="100000"/>
              </a:lnSpc>
              <a:spcBef>
                <a:spcPts val="400"/>
              </a:spcBef>
              <a:spcAft>
                <a:spcPts val="0"/>
              </a:spcAft>
              <a:buClr>
                <a:schemeClr val="folHlink"/>
              </a:buClr>
              <a:buSzPts val="1600"/>
              <a:buFont typeface="Noto Sans Symbols"/>
              <a:buChar char="▪"/>
              <a:defRPr b="0" i="0" sz="2000" u="none" cap="none" strike="noStrike">
                <a:solidFill>
                  <a:schemeClr val="dk1"/>
                </a:solidFill>
                <a:latin typeface="Arial"/>
                <a:ea typeface="Arial"/>
                <a:cs typeface="Arial"/>
                <a:sym typeface="Arial"/>
              </a:defRPr>
            </a:lvl9pPr>
          </a:lstStyle>
          <a:p/>
        </p:txBody>
      </p:sp>
      <p:sp>
        <p:nvSpPr>
          <p:cNvPr id="59" name="Google Shape;59;p21"/>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0" name="Google Shape;60;p2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1" name="Google Shape;61;p21"/>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grpSp>
        <p:nvGrpSpPr>
          <p:cNvPr id="62" name="Google Shape;62;p21"/>
          <p:cNvGrpSpPr/>
          <p:nvPr/>
        </p:nvGrpSpPr>
        <p:grpSpPr>
          <a:xfrm>
            <a:off x="8153400" y="152400"/>
            <a:ext cx="792162" cy="1295400"/>
            <a:chOff x="5136" y="960"/>
            <a:chExt cx="528" cy="864"/>
          </a:xfrm>
        </p:grpSpPr>
        <p:sp>
          <p:nvSpPr>
            <p:cNvPr id="63" name="Google Shape;63;p21"/>
            <p:cNvSpPr/>
            <p:nvPr/>
          </p:nvSpPr>
          <p:spPr>
            <a:xfrm>
              <a:off x="5136" y="960"/>
              <a:ext cx="80" cy="8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 name="Google Shape;64;p21"/>
            <p:cNvSpPr/>
            <p:nvPr/>
          </p:nvSpPr>
          <p:spPr>
            <a:xfrm>
              <a:off x="5248" y="960"/>
              <a:ext cx="79" cy="8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 name="Google Shape;65;p21"/>
            <p:cNvSpPr/>
            <p:nvPr/>
          </p:nvSpPr>
          <p:spPr>
            <a:xfrm>
              <a:off x="5360" y="960"/>
              <a:ext cx="76" cy="8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 name="Google Shape;66;p21"/>
            <p:cNvSpPr/>
            <p:nvPr/>
          </p:nvSpPr>
          <p:spPr>
            <a:xfrm>
              <a:off x="5136" y="1072"/>
              <a:ext cx="80" cy="7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 name="Google Shape;67;p21"/>
            <p:cNvSpPr/>
            <p:nvPr/>
          </p:nvSpPr>
          <p:spPr>
            <a:xfrm>
              <a:off x="5248" y="1072"/>
              <a:ext cx="79" cy="7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 name="Google Shape;68;p21"/>
            <p:cNvSpPr/>
            <p:nvPr/>
          </p:nvSpPr>
          <p:spPr>
            <a:xfrm>
              <a:off x="5360" y="1072"/>
              <a:ext cx="76" cy="77"/>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9" name="Google Shape;69;p21"/>
            <p:cNvSpPr/>
            <p:nvPr/>
          </p:nvSpPr>
          <p:spPr>
            <a:xfrm>
              <a:off x="5472" y="1072"/>
              <a:ext cx="76" cy="7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 name="Google Shape;70;p21"/>
            <p:cNvSpPr/>
            <p:nvPr/>
          </p:nvSpPr>
          <p:spPr>
            <a:xfrm>
              <a:off x="5136" y="1184"/>
              <a:ext cx="80" cy="76"/>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 name="Google Shape;71;p21"/>
            <p:cNvSpPr/>
            <p:nvPr/>
          </p:nvSpPr>
          <p:spPr>
            <a:xfrm>
              <a:off x="5248" y="1184"/>
              <a:ext cx="79" cy="76"/>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 name="Google Shape;72;p21"/>
            <p:cNvSpPr/>
            <p:nvPr/>
          </p:nvSpPr>
          <p:spPr>
            <a:xfrm>
              <a:off x="5360" y="1184"/>
              <a:ext cx="76" cy="76"/>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 name="Google Shape;73;p21"/>
            <p:cNvSpPr/>
            <p:nvPr/>
          </p:nvSpPr>
          <p:spPr>
            <a:xfrm>
              <a:off x="5472" y="1184"/>
              <a:ext cx="76" cy="76"/>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 name="Google Shape;74;p21"/>
            <p:cNvSpPr/>
            <p:nvPr/>
          </p:nvSpPr>
          <p:spPr>
            <a:xfrm>
              <a:off x="5584" y="1184"/>
              <a:ext cx="80" cy="7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5" name="Google Shape;75;p21"/>
            <p:cNvSpPr/>
            <p:nvPr/>
          </p:nvSpPr>
          <p:spPr>
            <a:xfrm>
              <a:off x="5136" y="1296"/>
              <a:ext cx="80" cy="8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6" name="Google Shape;76;p21"/>
            <p:cNvSpPr/>
            <p:nvPr/>
          </p:nvSpPr>
          <p:spPr>
            <a:xfrm>
              <a:off x="5248" y="1296"/>
              <a:ext cx="79" cy="8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7" name="Google Shape;77;p21"/>
            <p:cNvSpPr/>
            <p:nvPr/>
          </p:nvSpPr>
          <p:spPr>
            <a:xfrm>
              <a:off x="5360" y="1296"/>
              <a:ext cx="76" cy="8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8" name="Google Shape;78;p21"/>
            <p:cNvSpPr/>
            <p:nvPr/>
          </p:nvSpPr>
          <p:spPr>
            <a:xfrm>
              <a:off x="5472" y="1296"/>
              <a:ext cx="76" cy="8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 name="Google Shape;79;p21"/>
            <p:cNvSpPr/>
            <p:nvPr/>
          </p:nvSpPr>
          <p:spPr>
            <a:xfrm>
              <a:off x="5136" y="1408"/>
              <a:ext cx="80" cy="8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0" name="Google Shape;80;p21"/>
            <p:cNvSpPr/>
            <p:nvPr/>
          </p:nvSpPr>
          <p:spPr>
            <a:xfrm>
              <a:off x="5248" y="1408"/>
              <a:ext cx="79" cy="8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 name="Google Shape;81;p21"/>
            <p:cNvSpPr/>
            <p:nvPr/>
          </p:nvSpPr>
          <p:spPr>
            <a:xfrm>
              <a:off x="5360" y="1408"/>
              <a:ext cx="76" cy="8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 name="Google Shape;82;p21"/>
            <p:cNvSpPr/>
            <p:nvPr/>
          </p:nvSpPr>
          <p:spPr>
            <a:xfrm>
              <a:off x="5472" y="1408"/>
              <a:ext cx="76" cy="8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3" name="Google Shape;83;p21"/>
            <p:cNvSpPr/>
            <p:nvPr/>
          </p:nvSpPr>
          <p:spPr>
            <a:xfrm>
              <a:off x="5584" y="1408"/>
              <a:ext cx="80" cy="80"/>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 name="Google Shape;84;p21"/>
            <p:cNvSpPr/>
            <p:nvPr/>
          </p:nvSpPr>
          <p:spPr>
            <a:xfrm>
              <a:off x="5136" y="1520"/>
              <a:ext cx="80" cy="79"/>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 name="Google Shape;85;p21"/>
            <p:cNvSpPr/>
            <p:nvPr/>
          </p:nvSpPr>
          <p:spPr>
            <a:xfrm>
              <a:off x="5248" y="1520"/>
              <a:ext cx="79" cy="7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 name="Google Shape;86;p21"/>
            <p:cNvSpPr/>
            <p:nvPr/>
          </p:nvSpPr>
          <p:spPr>
            <a:xfrm>
              <a:off x="5360" y="1520"/>
              <a:ext cx="76" cy="79"/>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 name="Google Shape;87;p21"/>
            <p:cNvSpPr/>
            <p:nvPr/>
          </p:nvSpPr>
          <p:spPr>
            <a:xfrm>
              <a:off x="5472" y="1520"/>
              <a:ext cx="76" cy="79"/>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 name="Google Shape;88;p21"/>
            <p:cNvSpPr/>
            <p:nvPr/>
          </p:nvSpPr>
          <p:spPr>
            <a:xfrm>
              <a:off x="5136" y="1632"/>
              <a:ext cx="80" cy="7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 name="Google Shape;89;p21"/>
            <p:cNvSpPr/>
            <p:nvPr/>
          </p:nvSpPr>
          <p:spPr>
            <a:xfrm>
              <a:off x="5248" y="1632"/>
              <a:ext cx="79" cy="76"/>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0" name="Google Shape;90;p21"/>
            <p:cNvSpPr/>
            <p:nvPr/>
          </p:nvSpPr>
          <p:spPr>
            <a:xfrm>
              <a:off x="5360" y="1632"/>
              <a:ext cx="76" cy="76"/>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 name="Google Shape;91;p21"/>
            <p:cNvSpPr/>
            <p:nvPr/>
          </p:nvSpPr>
          <p:spPr>
            <a:xfrm>
              <a:off x="5472" y="1632"/>
              <a:ext cx="76" cy="76"/>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 name="Google Shape;92;p21"/>
            <p:cNvSpPr/>
            <p:nvPr/>
          </p:nvSpPr>
          <p:spPr>
            <a:xfrm>
              <a:off x="5248" y="1744"/>
              <a:ext cx="79" cy="80"/>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 name="Google Shape;93;p21"/>
            <p:cNvSpPr/>
            <p:nvPr/>
          </p:nvSpPr>
          <p:spPr>
            <a:xfrm>
              <a:off x="5472" y="1744"/>
              <a:ext cx="76" cy="80"/>
            </a:xfrm>
            <a:prstGeom prst="ellipse">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
          <p:cNvSpPr txBox="1"/>
          <p:nvPr>
            <p:ph type="ctrTitle"/>
          </p:nvPr>
        </p:nvSpPr>
        <p:spPr>
          <a:xfrm>
            <a:off x="315912" y="466725"/>
            <a:ext cx="6781800" cy="2133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2"/>
              </a:buClr>
              <a:buSzPts val="4400"/>
              <a:buFont typeface="Arial"/>
              <a:buNone/>
            </a:pPr>
            <a:r>
              <a:rPr b="1" i="0" lang="en-US" sz="4400" u="none">
                <a:solidFill>
                  <a:schemeClr val="dk2"/>
                </a:solidFill>
                <a:latin typeface="Arial"/>
                <a:ea typeface="Arial"/>
                <a:cs typeface="Arial"/>
                <a:sym typeface="Arial"/>
              </a:rPr>
              <a:t>3. Arquitectura</a:t>
            </a:r>
            <a:br>
              <a:rPr b="1" i="0" lang="en-US" sz="4400" u="none">
                <a:solidFill>
                  <a:schemeClr val="dk2"/>
                </a:solidFill>
                <a:latin typeface="Arial"/>
                <a:ea typeface="Arial"/>
                <a:cs typeface="Arial"/>
                <a:sym typeface="Arial"/>
              </a:rPr>
            </a:br>
            <a:r>
              <a:rPr b="1" i="0" lang="en-US" sz="4400" u="none">
                <a:solidFill>
                  <a:schemeClr val="dk2"/>
                </a:solidFill>
                <a:latin typeface="Arial"/>
                <a:ea typeface="Arial"/>
                <a:cs typeface="Arial"/>
                <a:sym typeface="Arial"/>
              </a:rPr>
              <a:t>Proceso para definir una arquitectura de software</a:t>
            </a:r>
            <a:endParaRPr/>
          </a:p>
        </p:txBody>
      </p:sp>
      <p:sp>
        <p:nvSpPr>
          <p:cNvPr id="169" name="Google Shape;169;p1"/>
          <p:cNvSpPr txBox="1"/>
          <p:nvPr>
            <p:ph idx="1" type="subTitle"/>
          </p:nvPr>
        </p:nvSpPr>
        <p:spPr>
          <a:xfrm>
            <a:off x="849312" y="3049587"/>
            <a:ext cx="6248400" cy="2362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2240"/>
              <a:buNone/>
            </a:pPr>
            <a:r>
              <a:rPr b="0" i="0" lang="en-US" sz="3200" u="none">
                <a:solidFill>
                  <a:schemeClr val="dk1"/>
                </a:solidFill>
                <a:latin typeface="Arial"/>
                <a:ea typeface="Arial"/>
                <a:cs typeface="Arial"/>
                <a:sym typeface="Arial"/>
              </a:rPr>
              <a:t>Análisis y diseño de sistemas 2</a:t>
            </a:r>
            <a:endParaRPr/>
          </a:p>
          <a:p>
            <a:pPr indent="0" lvl="0" marL="0" rtl="0" algn="r">
              <a:lnSpc>
                <a:spcPct val="100000"/>
              </a:lnSpc>
              <a:spcBef>
                <a:spcPts val="640"/>
              </a:spcBef>
              <a:spcAft>
                <a:spcPts val="0"/>
              </a:spcAft>
              <a:buSzPts val="2240"/>
              <a:buNone/>
            </a:pPr>
            <a:r>
              <a:rPr b="0" i="0" lang="en-US" sz="3200" u="none">
                <a:solidFill>
                  <a:schemeClr val="dk1"/>
                </a:solidFill>
                <a:latin typeface="Arial"/>
                <a:ea typeface="Arial"/>
                <a:cs typeface="Arial"/>
                <a:sym typeface="Arial"/>
              </a:rPr>
              <a:t>Segundo Semestre</a:t>
            </a:r>
            <a:endParaRPr/>
          </a:p>
          <a:p>
            <a:pPr indent="0" lvl="0" marL="0" rtl="0" algn="r">
              <a:lnSpc>
                <a:spcPct val="100000"/>
              </a:lnSpc>
              <a:spcBef>
                <a:spcPts val="640"/>
              </a:spcBef>
              <a:spcAft>
                <a:spcPts val="0"/>
              </a:spcAft>
              <a:buSzPts val="2240"/>
              <a:buFont typeface="Noto Sans Symbols"/>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Agenda</a:t>
            </a:r>
            <a:endParaRPr/>
          </a:p>
        </p:txBody>
      </p:sp>
      <p:sp>
        <p:nvSpPr>
          <p:cNvPr id="175" name="Google Shape;175;p2"/>
          <p:cNvSpPr txBox="1"/>
          <p:nvPr>
            <p:ph idx="1" type="body"/>
          </p:nvPr>
        </p:nvSpPr>
        <p:spPr>
          <a:xfrm>
            <a:off x="457200" y="1676400"/>
            <a:ext cx="8229600" cy="44545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680"/>
              <a:buFont typeface="Noto Sans Symbols"/>
              <a:buChar char="●"/>
            </a:pPr>
            <a:r>
              <a:rPr b="0" i="0" lang="en-US" sz="2400" u="none">
                <a:solidFill>
                  <a:schemeClr val="dk1"/>
                </a:solidFill>
                <a:latin typeface="Arial"/>
                <a:ea typeface="Arial"/>
                <a:cs typeface="Arial"/>
                <a:sym typeface="Arial"/>
              </a:rPr>
              <a:t>Esquema del proceso de definición de la arquitectura</a:t>
            </a:r>
            <a:endParaRPr b="0" i="0" sz="2400" u="none">
              <a:solidFill>
                <a:schemeClr val="dk1"/>
              </a:solidFill>
              <a:latin typeface="Arial"/>
              <a:ea typeface="Arial"/>
              <a:cs typeface="Arial"/>
              <a:sym typeface="Arial"/>
            </a:endParaRPr>
          </a:p>
          <a:p>
            <a:pPr indent="-381000" lvl="1" marL="914400" rtl="0" algn="l">
              <a:lnSpc>
                <a:spcPct val="100000"/>
              </a:lnSpc>
              <a:spcBef>
                <a:spcPts val="0"/>
              </a:spcBef>
              <a:spcAft>
                <a:spcPts val="0"/>
              </a:spcAft>
              <a:buSzPts val="2400"/>
              <a:buChar char="●"/>
            </a:pPr>
            <a:r>
              <a:rPr lang="en-US" sz="2400"/>
              <a:t>El arquitecto de software</a:t>
            </a:r>
            <a:endParaRPr sz="2400"/>
          </a:p>
          <a:p>
            <a:pPr indent="-342900" lvl="0" marL="342900" rtl="0" algn="l">
              <a:lnSpc>
                <a:spcPct val="100000"/>
              </a:lnSpc>
              <a:spcBef>
                <a:spcPts val="480"/>
              </a:spcBef>
              <a:spcAft>
                <a:spcPts val="0"/>
              </a:spcAft>
              <a:buClr>
                <a:schemeClr val="dk2"/>
              </a:buClr>
              <a:buSzPts val="1680"/>
              <a:buFont typeface="Noto Sans Symbols"/>
              <a:buChar char="●"/>
            </a:pPr>
            <a:r>
              <a:rPr b="0" i="0" lang="en-US" sz="2400" u="none">
                <a:solidFill>
                  <a:schemeClr val="dk1"/>
                </a:solidFill>
                <a:latin typeface="Arial"/>
                <a:ea typeface="Arial"/>
                <a:cs typeface="Arial"/>
                <a:sym typeface="Arial"/>
              </a:rPr>
              <a:t>Proceso para definir la arquitectura</a:t>
            </a:r>
            <a:endParaRPr/>
          </a:p>
          <a:p>
            <a:pPr indent="-342900" lvl="0" marL="342900" rtl="0" algn="l">
              <a:lnSpc>
                <a:spcPct val="100000"/>
              </a:lnSpc>
              <a:spcBef>
                <a:spcPts val="480"/>
              </a:spcBef>
              <a:spcAft>
                <a:spcPts val="0"/>
              </a:spcAft>
              <a:buClr>
                <a:schemeClr val="dk2"/>
              </a:buClr>
              <a:buSzPts val="1680"/>
              <a:buFont typeface="Noto Sans Symbols"/>
              <a:buChar char="●"/>
            </a:pPr>
            <a:r>
              <a:rPr b="0" i="0" lang="en-US" sz="2400" u="none">
                <a:solidFill>
                  <a:schemeClr val="dk1"/>
                </a:solidFill>
                <a:latin typeface="Arial"/>
                <a:ea typeface="Arial"/>
                <a:cs typeface="Arial"/>
                <a:sym typeface="Arial"/>
              </a:rPr>
              <a:t>Documentando la arquitectura</a:t>
            </a:r>
            <a:endParaRPr/>
          </a:p>
          <a:p>
            <a:pPr indent="-342900" lvl="0" marL="342900" rtl="0" algn="l">
              <a:lnSpc>
                <a:spcPct val="100000"/>
              </a:lnSpc>
              <a:spcBef>
                <a:spcPts val="480"/>
              </a:spcBef>
              <a:spcAft>
                <a:spcPts val="0"/>
              </a:spcAft>
              <a:buSzPts val="1680"/>
              <a:buNone/>
            </a:pPr>
            <a:r>
              <a:t/>
            </a:r>
            <a:endParaRPr b="0" i="0" sz="2400" u="none">
              <a:solidFill>
                <a:schemeClr val="dk1"/>
              </a:solidFill>
              <a:latin typeface="Arial"/>
              <a:ea typeface="Arial"/>
              <a:cs typeface="Arial"/>
              <a:sym typeface="Arial"/>
            </a:endParaRPr>
          </a:p>
          <a:p>
            <a:pPr indent="-236220" lvl="0" marL="342900" rtl="0" algn="l">
              <a:lnSpc>
                <a:spcPct val="100000"/>
              </a:lnSpc>
              <a:spcBef>
                <a:spcPts val="480"/>
              </a:spcBef>
              <a:spcAft>
                <a:spcPts val="0"/>
              </a:spcAft>
              <a:buSzPts val="1680"/>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lang="en-US"/>
              <a:t>El arquitecto de software</a:t>
            </a:r>
            <a:endParaRPr/>
          </a:p>
        </p:txBody>
      </p:sp>
      <p:sp>
        <p:nvSpPr>
          <p:cNvPr id="181" name="Google Shape;181;p3"/>
          <p:cNvSpPr txBox="1"/>
          <p:nvPr>
            <p:ph idx="1" type="body"/>
          </p:nvPr>
        </p:nvSpPr>
        <p:spPr>
          <a:xfrm>
            <a:off x="457200" y="1719257"/>
            <a:ext cx="8229600" cy="1868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820"/>
              <a:buFont typeface="Noto Sans Symbols"/>
              <a:buChar char="●"/>
            </a:pPr>
            <a:r>
              <a:rPr b="1" i="0" lang="en-US" sz="2200" u="none">
                <a:solidFill>
                  <a:schemeClr val="dk1"/>
                </a:solidFill>
                <a:latin typeface="Arial"/>
                <a:ea typeface="Arial"/>
                <a:cs typeface="Arial"/>
                <a:sym typeface="Arial"/>
              </a:rPr>
              <a:t>Trabaja con el equipo de requerimientos:  </a:t>
            </a:r>
            <a:r>
              <a:rPr b="0" i="0" lang="en-US" sz="2200" u="none">
                <a:solidFill>
                  <a:schemeClr val="dk1"/>
                </a:solidFill>
                <a:latin typeface="Arial"/>
                <a:ea typeface="Arial"/>
                <a:cs typeface="Arial"/>
                <a:sym typeface="Arial"/>
              </a:rPr>
              <a:t>el equipo de requerimientos colecta </a:t>
            </a:r>
            <a:r>
              <a:rPr b="1" i="0" lang="en-US" sz="2200" u="none">
                <a:solidFill>
                  <a:schemeClr val="dk1"/>
                </a:solidFill>
              </a:rPr>
              <a:t>los requerimiento</a:t>
            </a:r>
            <a:r>
              <a:rPr b="0" i="0" lang="en-US" sz="2200" u="none">
                <a:solidFill>
                  <a:schemeClr val="dk1"/>
                </a:solidFill>
                <a:latin typeface="Arial"/>
                <a:ea typeface="Arial"/>
                <a:cs typeface="Arial"/>
                <a:sym typeface="Arial"/>
              </a:rPr>
              <a:t>s de los stakeholders</a:t>
            </a:r>
            <a:r>
              <a:rPr b="0" i="0" lang="en-US" sz="2200" u="none">
                <a:solidFill>
                  <a:schemeClr val="dk1"/>
                </a:solidFill>
                <a:latin typeface="Arial"/>
                <a:ea typeface="Arial"/>
                <a:cs typeface="Arial"/>
                <a:sym typeface="Arial"/>
              </a:rPr>
              <a:t>, el arquitecto los entiende y se asegura que se especifiquen los </a:t>
            </a:r>
            <a:r>
              <a:rPr b="1" i="0" lang="en-US" sz="2200" u="none">
                <a:solidFill>
                  <a:schemeClr val="dk1"/>
                </a:solidFill>
              </a:rPr>
              <a:t>atributos de calidad </a:t>
            </a:r>
            <a:r>
              <a:rPr b="0" i="0" lang="en-US" sz="2200" u="none">
                <a:solidFill>
                  <a:schemeClr val="dk1"/>
                </a:solidFill>
                <a:latin typeface="Arial"/>
                <a:ea typeface="Arial"/>
                <a:cs typeface="Arial"/>
                <a:sym typeface="Arial"/>
              </a:rPr>
              <a:t>para suplir las necesidades.</a:t>
            </a:r>
            <a:endParaRPr/>
          </a:p>
          <a:p>
            <a:pPr indent="0" lvl="0" marL="0" rtl="0" algn="l">
              <a:spcBef>
                <a:spcPts val="440"/>
              </a:spcBef>
              <a:spcAft>
                <a:spcPts val="0"/>
              </a:spcAft>
              <a:buNone/>
            </a:pPr>
            <a:r>
              <a:t/>
            </a:r>
            <a:endParaRPr/>
          </a:p>
        </p:txBody>
      </p:sp>
      <p:pic>
        <p:nvPicPr>
          <p:cNvPr id="182" name="Google Shape;182;p3"/>
          <p:cNvPicPr preferRelativeResize="0"/>
          <p:nvPr/>
        </p:nvPicPr>
        <p:blipFill>
          <a:blip r:embed="rId3">
            <a:alphaModFix/>
          </a:blip>
          <a:stretch>
            <a:fillRect/>
          </a:stretch>
        </p:blipFill>
        <p:spPr>
          <a:xfrm>
            <a:off x="5230975" y="3587657"/>
            <a:ext cx="3237195" cy="2965543"/>
          </a:xfrm>
          <a:prstGeom prst="rect">
            <a:avLst/>
          </a:prstGeom>
          <a:noFill/>
          <a:ln>
            <a:noFill/>
          </a:ln>
        </p:spPr>
      </p:pic>
      <p:sp>
        <p:nvSpPr>
          <p:cNvPr id="183" name="Google Shape;183;p3"/>
          <p:cNvSpPr txBox="1"/>
          <p:nvPr/>
        </p:nvSpPr>
        <p:spPr>
          <a:xfrm>
            <a:off x="1748400" y="4373075"/>
            <a:ext cx="2823600" cy="13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Identificar cuales son los requerimientos implica obtener información de las personas que </a:t>
            </a:r>
            <a:r>
              <a:rPr lang="en-US"/>
              <a:t>están</a:t>
            </a:r>
            <a:r>
              <a:rPr lang="en-US"/>
              <a:t> interesadas en el sistema: los stakeholders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1e69fb19cc3_0_21"/>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lang="en-US"/>
              <a:t>El arquitecto de software</a:t>
            </a:r>
            <a:endParaRPr/>
          </a:p>
        </p:txBody>
      </p:sp>
      <p:sp>
        <p:nvSpPr>
          <p:cNvPr id="189" name="Google Shape;189;g1e69fb19cc3_0_21"/>
          <p:cNvSpPr txBox="1"/>
          <p:nvPr>
            <p:ph idx="1" type="body"/>
          </p:nvPr>
        </p:nvSpPr>
        <p:spPr>
          <a:xfrm>
            <a:off x="457200" y="1539574"/>
            <a:ext cx="8229600" cy="2224500"/>
          </a:xfrm>
          <a:prstGeom prst="rect">
            <a:avLst/>
          </a:prstGeom>
          <a:noFill/>
          <a:ln>
            <a:noFill/>
          </a:ln>
        </p:spPr>
        <p:txBody>
          <a:bodyPr anchorCtr="0" anchor="t" bIns="45700" lIns="91425" spcFirstLastPara="1" rIns="91425" wrap="square" tIns="45700">
            <a:noAutofit/>
          </a:bodyPr>
          <a:lstStyle/>
          <a:p>
            <a:pPr indent="-344170" lvl="0" marL="457200" rtl="0" algn="l">
              <a:spcBef>
                <a:spcPts val="440"/>
              </a:spcBef>
              <a:spcAft>
                <a:spcPts val="0"/>
              </a:spcAft>
              <a:buSzPts val="1820"/>
              <a:buChar char="●"/>
            </a:pPr>
            <a:r>
              <a:rPr b="1" lang="en-US" sz="2200"/>
              <a:t>Trabaja con los stakeholders de la aplicación</a:t>
            </a:r>
            <a:r>
              <a:rPr lang="en-US" sz="2200"/>
              <a:t>: trabaja con los stakeholders aparte de los requerimientos funcionales del cliente para suplir otro tipo de necesidades que puedan surgir (Ej. El administrador del sistema quiere una aplicación fácilmente monitoreable, instalable, actualizable y administrable).</a:t>
            </a:r>
            <a:endParaRPr/>
          </a:p>
          <a:p>
            <a:pPr indent="0" lvl="0" marL="0" rtl="0" algn="l">
              <a:spcBef>
                <a:spcPts val="440"/>
              </a:spcBef>
              <a:spcAft>
                <a:spcPts val="0"/>
              </a:spcAft>
              <a:buNone/>
            </a:pPr>
            <a:r>
              <a:t/>
            </a:r>
            <a:endParaRPr/>
          </a:p>
        </p:txBody>
      </p:sp>
      <p:pic>
        <p:nvPicPr>
          <p:cNvPr id="190" name="Google Shape;190;g1e69fb19cc3_0_21"/>
          <p:cNvPicPr preferRelativeResize="0"/>
          <p:nvPr/>
        </p:nvPicPr>
        <p:blipFill>
          <a:blip r:embed="rId3">
            <a:alphaModFix/>
          </a:blip>
          <a:stretch>
            <a:fillRect/>
          </a:stretch>
        </p:blipFill>
        <p:spPr>
          <a:xfrm>
            <a:off x="6000450" y="4070474"/>
            <a:ext cx="2954820" cy="2609452"/>
          </a:xfrm>
          <a:prstGeom prst="rect">
            <a:avLst/>
          </a:prstGeom>
          <a:noFill/>
          <a:ln>
            <a:noFill/>
          </a:ln>
        </p:spPr>
      </p:pic>
      <p:sp>
        <p:nvSpPr>
          <p:cNvPr id="191" name="Google Shape;191;g1e69fb19cc3_0_21"/>
          <p:cNvSpPr txBox="1"/>
          <p:nvPr/>
        </p:nvSpPr>
        <p:spPr>
          <a:xfrm>
            <a:off x="178275" y="3886025"/>
            <a:ext cx="5477400" cy="28629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a:solidFill>
                  <a:schemeClr val="dk1"/>
                </a:solidFill>
              </a:rPr>
              <a:t>F</a:t>
            </a:r>
            <a:r>
              <a:rPr lang="en-US" sz="2100">
                <a:solidFill>
                  <a:schemeClr val="dk1"/>
                </a:solidFill>
              </a:rPr>
              <a:t>uncionalidad - </a:t>
            </a:r>
            <a:r>
              <a:rPr lang="en-US" sz="1200">
                <a:solidFill>
                  <a:schemeClr val="dk1"/>
                </a:solidFill>
              </a:rPr>
              <a:t>reglas de negocio, features</a:t>
            </a:r>
            <a:r>
              <a:rPr lang="en-US" sz="2100">
                <a:solidFill>
                  <a:schemeClr val="dk1"/>
                </a:solidFill>
              </a:rPr>
              <a:t> </a:t>
            </a:r>
            <a:endParaRPr sz="2100">
              <a:solidFill>
                <a:schemeClr val="dk1"/>
              </a:solidFill>
            </a:endParaRPr>
          </a:p>
          <a:p>
            <a:pPr indent="0" lvl="0" marL="0" rtl="0" algn="l">
              <a:spcBef>
                <a:spcPts val="0"/>
              </a:spcBef>
              <a:spcAft>
                <a:spcPts val="0"/>
              </a:spcAft>
              <a:buNone/>
            </a:pPr>
            <a:r>
              <a:rPr b="1" lang="en-US" sz="2100">
                <a:solidFill>
                  <a:schemeClr val="dk1"/>
                </a:solidFill>
              </a:rPr>
              <a:t>U</a:t>
            </a:r>
            <a:r>
              <a:rPr lang="en-US" sz="2100">
                <a:solidFill>
                  <a:schemeClr val="dk1"/>
                </a:solidFill>
              </a:rPr>
              <a:t>sabilidad - </a:t>
            </a:r>
            <a:r>
              <a:rPr lang="en-US" sz="1200">
                <a:solidFill>
                  <a:schemeClr val="dk1"/>
                </a:solidFill>
              </a:rPr>
              <a:t>factores humanos, ayuda, documentación</a:t>
            </a:r>
            <a:endParaRPr sz="2100">
              <a:solidFill>
                <a:schemeClr val="dk1"/>
              </a:solidFill>
            </a:endParaRPr>
          </a:p>
          <a:p>
            <a:pPr indent="0" lvl="0" marL="0" rtl="0" algn="l">
              <a:spcBef>
                <a:spcPts val="0"/>
              </a:spcBef>
              <a:spcAft>
                <a:spcPts val="0"/>
              </a:spcAft>
              <a:buNone/>
            </a:pPr>
            <a:r>
              <a:rPr b="1" lang="en-US" sz="2100">
                <a:solidFill>
                  <a:schemeClr val="dk1"/>
                </a:solidFill>
              </a:rPr>
              <a:t>R</a:t>
            </a:r>
            <a:r>
              <a:rPr lang="en-US" sz="2100">
                <a:solidFill>
                  <a:schemeClr val="dk1"/>
                </a:solidFill>
              </a:rPr>
              <a:t>eliability - </a:t>
            </a:r>
            <a:r>
              <a:rPr lang="en-US" sz="1200">
                <a:solidFill>
                  <a:schemeClr val="dk1"/>
                </a:solidFill>
              </a:rPr>
              <a:t>frecuencia de fallo, recuperación, predictibilidad</a:t>
            </a:r>
            <a:endParaRPr sz="2100">
              <a:solidFill>
                <a:schemeClr val="dk1"/>
              </a:solidFill>
            </a:endParaRPr>
          </a:p>
          <a:p>
            <a:pPr indent="0" lvl="0" marL="0" rtl="0" algn="l">
              <a:spcBef>
                <a:spcPts val="0"/>
              </a:spcBef>
              <a:spcAft>
                <a:spcPts val="0"/>
              </a:spcAft>
              <a:buNone/>
            </a:pPr>
            <a:r>
              <a:rPr b="1" lang="en-US" sz="2100">
                <a:solidFill>
                  <a:schemeClr val="dk1"/>
                </a:solidFill>
              </a:rPr>
              <a:t>P</a:t>
            </a:r>
            <a:r>
              <a:rPr lang="en-US" sz="2100">
                <a:solidFill>
                  <a:schemeClr val="dk1"/>
                </a:solidFill>
              </a:rPr>
              <a:t>erformance - </a:t>
            </a:r>
            <a:r>
              <a:rPr lang="en-US" sz="1200">
                <a:solidFill>
                  <a:schemeClr val="dk1"/>
                </a:solidFill>
              </a:rPr>
              <a:t>tiempos de respuesta, rendimiento, disponibilidad, uso de recursos</a:t>
            </a:r>
            <a:endParaRPr sz="2100">
              <a:solidFill>
                <a:schemeClr val="dk1"/>
              </a:solidFill>
            </a:endParaRPr>
          </a:p>
          <a:p>
            <a:pPr indent="0" lvl="0" marL="0" rtl="0" algn="l">
              <a:spcBef>
                <a:spcPts val="0"/>
              </a:spcBef>
              <a:spcAft>
                <a:spcPts val="0"/>
              </a:spcAft>
              <a:buNone/>
            </a:pPr>
            <a:r>
              <a:rPr b="1" lang="en-US" sz="2100">
                <a:solidFill>
                  <a:schemeClr val="dk1"/>
                </a:solidFill>
              </a:rPr>
              <a:t>S</a:t>
            </a:r>
            <a:r>
              <a:rPr lang="en-US" sz="2100">
                <a:solidFill>
                  <a:schemeClr val="dk1"/>
                </a:solidFill>
              </a:rPr>
              <a:t>upportability - </a:t>
            </a:r>
            <a:r>
              <a:rPr lang="en-US" sz="1200">
                <a:solidFill>
                  <a:schemeClr val="dk1"/>
                </a:solidFill>
              </a:rPr>
              <a:t>adaptabilidad, mantenibilidad, internacionalización, configurability</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n-US" sz="2100">
                <a:solidFill>
                  <a:schemeClr val="dk1"/>
                </a:solidFill>
              </a:rPr>
              <a:t>+</a:t>
            </a:r>
            <a:r>
              <a:rPr lang="en-US" sz="2100">
                <a:solidFill>
                  <a:schemeClr val="dk1"/>
                </a:solidFill>
              </a:rPr>
              <a:t> </a:t>
            </a:r>
            <a:r>
              <a:rPr lang="en-US" sz="1200">
                <a:solidFill>
                  <a:schemeClr val="dk1"/>
                </a:solidFill>
              </a:rPr>
              <a:t>Implementación (limitaciones de recursos, lenguajes, herramientas, hardware), Interfaces con otros sistemas externos, Operaciones, Legal</a:t>
            </a:r>
            <a:endParaRPr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
          <p:cNvSpPr txBox="1"/>
          <p:nvPr>
            <p:ph idx="1" type="body"/>
          </p:nvPr>
        </p:nvSpPr>
        <p:spPr>
          <a:xfrm>
            <a:off x="392850" y="1760175"/>
            <a:ext cx="8229600" cy="1856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00"/>
              <a:buFont typeface="Noto Sans Symbols"/>
              <a:buChar char="●"/>
            </a:pPr>
            <a:r>
              <a:rPr b="1" i="0" lang="en-US" sz="2600" u="none">
                <a:solidFill>
                  <a:schemeClr val="dk1"/>
                </a:solidFill>
                <a:latin typeface="Arial"/>
                <a:ea typeface="Arial"/>
                <a:cs typeface="Arial"/>
                <a:sym typeface="Arial"/>
              </a:rPr>
              <a:t>Lidera el equipo de diseño técnico</a:t>
            </a:r>
            <a:r>
              <a:rPr b="0" i="0" lang="en-US" sz="2600" u="none">
                <a:solidFill>
                  <a:schemeClr val="dk1"/>
                </a:solidFill>
                <a:latin typeface="Arial"/>
                <a:ea typeface="Arial"/>
                <a:cs typeface="Arial"/>
                <a:sym typeface="Arial"/>
              </a:rPr>
              <a:t>: definir la arquitectura de una aplicación es una actividad de diseño el arquitecto lidera el equipo de diseño para producir el esquema general de arquitectura</a:t>
            </a:r>
            <a:endParaRPr/>
          </a:p>
          <a:p>
            <a:pPr indent="-347662" lvl="1" marL="692150" rtl="0" algn="l">
              <a:lnSpc>
                <a:spcPct val="100000"/>
              </a:lnSpc>
              <a:spcBef>
                <a:spcPts val="520"/>
              </a:spcBef>
              <a:spcAft>
                <a:spcPts val="0"/>
              </a:spcAft>
              <a:buSzPts val="1820"/>
              <a:buNone/>
            </a:pPr>
            <a:r>
              <a:t/>
            </a:r>
            <a:endParaRPr/>
          </a:p>
        </p:txBody>
      </p:sp>
      <p:pic>
        <p:nvPicPr>
          <p:cNvPr id="197" name="Google Shape;197;p4"/>
          <p:cNvPicPr preferRelativeResize="0"/>
          <p:nvPr/>
        </p:nvPicPr>
        <p:blipFill>
          <a:blip r:embed="rId3">
            <a:alphaModFix/>
          </a:blip>
          <a:stretch>
            <a:fillRect/>
          </a:stretch>
        </p:blipFill>
        <p:spPr>
          <a:xfrm>
            <a:off x="5307625" y="3530000"/>
            <a:ext cx="3314825" cy="3089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1e69fb19cc3_0_26"/>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lang="en-US"/>
              <a:t>El arquitecto de software</a:t>
            </a:r>
            <a:endParaRPr/>
          </a:p>
        </p:txBody>
      </p:sp>
      <p:sp>
        <p:nvSpPr>
          <p:cNvPr id="203" name="Google Shape;203;g1e69fb19cc3_0_26"/>
          <p:cNvSpPr txBox="1"/>
          <p:nvPr>
            <p:ph idx="1" type="body"/>
          </p:nvPr>
        </p:nvSpPr>
        <p:spPr>
          <a:xfrm>
            <a:off x="457200" y="1719249"/>
            <a:ext cx="8229600" cy="2224500"/>
          </a:xfrm>
          <a:prstGeom prst="rect">
            <a:avLst/>
          </a:prstGeom>
          <a:noFill/>
          <a:ln>
            <a:noFill/>
          </a:ln>
        </p:spPr>
        <p:txBody>
          <a:bodyPr anchorCtr="0" anchor="t" bIns="45700" lIns="91425" spcFirstLastPara="1" rIns="91425" wrap="square" tIns="45700">
            <a:noAutofit/>
          </a:bodyPr>
          <a:lstStyle/>
          <a:p>
            <a:pPr indent="-344170" lvl="0" marL="457200" rtl="0" algn="l">
              <a:spcBef>
                <a:spcPts val="520"/>
              </a:spcBef>
              <a:spcAft>
                <a:spcPts val="0"/>
              </a:spcAft>
              <a:buClr>
                <a:schemeClr val="accent2"/>
              </a:buClr>
              <a:buSzPts val="1820"/>
              <a:buChar char="●"/>
            </a:pPr>
            <a:r>
              <a:rPr b="1" lang="en-US" sz="2600"/>
              <a:t>Trabaja con la administración del proyecto</a:t>
            </a:r>
            <a:r>
              <a:rPr lang="en-US" sz="2600"/>
              <a:t>: asiste en la planificación, estimación y distribución de tareas y calendario.</a:t>
            </a:r>
            <a:endParaRPr sz="2600"/>
          </a:p>
          <a:p>
            <a:pPr indent="-347662" lvl="0" marL="692150" rtl="0" algn="l">
              <a:spcBef>
                <a:spcPts val="520"/>
              </a:spcBef>
              <a:spcAft>
                <a:spcPts val="0"/>
              </a:spcAft>
              <a:buNone/>
            </a:pPr>
            <a:r>
              <a:t/>
            </a:r>
            <a:endParaRPr b="1" sz="2600"/>
          </a:p>
          <a:p>
            <a:pPr indent="-347662" lvl="0" marL="692150" rtl="0" algn="l">
              <a:spcBef>
                <a:spcPts val="520"/>
              </a:spcBef>
              <a:spcAft>
                <a:spcPts val="0"/>
              </a:spcAft>
              <a:buNone/>
            </a:pPr>
            <a:r>
              <a:rPr b="1" lang="en-US" sz="2600"/>
              <a:t>	</a:t>
            </a:r>
            <a:endParaRPr/>
          </a:p>
        </p:txBody>
      </p:sp>
      <p:pic>
        <p:nvPicPr>
          <p:cNvPr id="204" name="Google Shape;204;g1e69fb19cc3_0_26"/>
          <p:cNvPicPr preferRelativeResize="0"/>
          <p:nvPr/>
        </p:nvPicPr>
        <p:blipFill>
          <a:blip r:embed="rId3">
            <a:alphaModFix/>
          </a:blip>
          <a:stretch>
            <a:fillRect/>
          </a:stretch>
        </p:blipFill>
        <p:spPr>
          <a:xfrm>
            <a:off x="457200" y="3374749"/>
            <a:ext cx="4243840" cy="2609451"/>
          </a:xfrm>
          <a:prstGeom prst="rect">
            <a:avLst/>
          </a:prstGeom>
          <a:noFill/>
          <a:ln>
            <a:noFill/>
          </a:ln>
        </p:spPr>
      </p:pic>
      <p:pic>
        <p:nvPicPr>
          <p:cNvPr id="205" name="Google Shape;205;g1e69fb19cc3_0_26"/>
          <p:cNvPicPr preferRelativeResize="0"/>
          <p:nvPr/>
        </p:nvPicPr>
        <p:blipFill>
          <a:blip r:embed="rId4">
            <a:alphaModFix/>
          </a:blip>
          <a:stretch>
            <a:fillRect/>
          </a:stretch>
        </p:blipFill>
        <p:spPr>
          <a:xfrm>
            <a:off x="5123450" y="3202975"/>
            <a:ext cx="1388275" cy="1374400"/>
          </a:xfrm>
          <a:prstGeom prst="rect">
            <a:avLst/>
          </a:prstGeom>
          <a:noFill/>
          <a:ln>
            <a:noFill/>
          </a:ln>
        </p:spPr>
      </p:pic>
      <p:pic>
        <p:nvPicPr>
          <p:cNvPr id="206" name="Google Shape;206;g1e69fb19cc3_0_26"/>
          <p:cNvPicPr preferRelativeResize="0"/>
          <p:nvPr/>
        </p:nvPicPr>
        <p:blipFill>
          <a:blip r:embed="rId5">
            <a:alphaModFix/>
          </a:blip>
          <a:stretch>
            <a:fillRect/>
          </a:stretch>
        </p:blipFill>
        <p:spPr>
          <a:xfrm>
            <a:off x="6270901" y="4577371"/>
            <a:ext cx="1826275" cy="1686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1e69fb19cc3_0_52"/>
          <p:cNvSpPr txBox="1"/>
          <p:nvPr>
            <p:ph type="title"/>
          </p:nvPr>
        </p:nvSpPr>
        <p:spPr>
          <a:xfrm>
            <a:off x="789638" y="2646725"/>
            <a:ext cx="7772400" cy="1362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¿Quién puede ser un arquitecto de software?</a:t>
            </a:r>
            <a:endParaRPr/>
          </a:p>
        </p:txBody>
      </p:sp>
      <p:sp>
        <p:nvSpPr>
          <p:cNvPr id="213" name="Google Shape;213;g1e69fb19cc3_0_52"/>
          <p:cNvSpPr txBox="1"/>
          <p:nvPr>
            <p:ph idx="1" type="body"/>
          </p:nvPr>
        </p:nvSpPr>
        <p:spPr>
          <a:xfrm>
            <a:off x="789638" y="1194638"/>
            <a:ext cx="7772400" cy="1500300"/>
          </a:xfrm>
          <a:prstGeom prst="rect">
            <a:avLst/>
          </a:prstGeom>
        </p:spPr>
        <p:txBody>
          <a:bodyPr anchorCtr="0" anchor="b" bIns="45700" lIns="91425" spcFirstLastPara="1" rIns="91425" wrap="square" tIns="45700">
            <a:noAutofit/>
          </a:bodyPr>
          <a:lstStyle/>
          <a:p>
            <a:pPr indent="0" lvl="0" marL="0" rtl="0" algn="l">
              <a:spcBef>
                <a:spcPts val="400"/>
              </a:spcBef>
              <a:spcAft>
                <a:spcPts val="0"/>
              </a:spcAft>
              <a:buNone/>
            </a:pPr>
            <a:r>
              <a:rPr lang="en-US"/>
              <a:t>Ejercicio en clase</a:t>
            </a:r>
            <a:endParaRPr/>
          </a:p>
        </p:txBody>
      </p:sp>
      <p:sp>
        <p:nvSpPr>
          <p:cNvPr id="214" name="Google Shape;214;g1e69fb19cc3_0_52"/>
          <p:cNvSpPr txBox="1"/>
          <p:nvPr/>
        </p:nvSpPr>
        <p:spPr>
          <a:xfrm>
            <a:off x="952225" y="4539950"/>
            <a:ext cx="5655600" cy="164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Investigar qué necesita aprender alguien que quiere ser arquitecto de software, hacer un resumen de no más de 1 hoja, listando el camino que debería seguir (que cosas debe aprender, </a:t>
            </a:r>
            <a:r>
              <a:rPr lang="en-US"/>
              <a:t>qué</a:t>
            </a:r>
            <a:r>
              <a:rPr lang="en-US"/>
              <a:t> habilidades debe tener blandas y gruesas, debe saber tecnologías específicas (cuáles))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1e69fb19cc3_0_31"/>
          <p:cNvSpPr txBox="1"/>
          <p:nvPr>
            <p:ph idx="1" type="body"/>
          </p:nvPr>
        </p:nvSpPr>
        <p:spPr>
          <a:xfrm>
            <a:off x="722313" y="2906713"/>
            <a:ext cx="7772400" cy="1500300"/>
          </a:xfrm>
          <a:prstGeom prst="rect">
            <a:avLst/>
          </a:prstGeom>
        </p:spPr>
        <p:txBody>
          <a:bodyPr anchorCtr="0" anchor="b" bIns="45700" lIns="91425" spcFirstLastPara="1" rIns="91425" wrap="square" tIns="45700">
            <a:noAutofit/>
          </a:bodyPr>
          <a:lstStyle/>
          <a:p>
            <a:pPr indent="0" lvl="0" marL="0" rtl="0" algn="l">
              <a:spcBef>
                <a:spcPts val="520"/>
              </a:spcBef>
              <a:spcAft>
                <a:spcPts val="0"/>
              </a:spcAft>
              <a:buClr>
                <a:schemeClr val="dk1"/>
              </a:buClr>
              <a:buSzPts val="1100"/>
              <a:buFont typeface="Arial"/>
              <a:buNone/>
            </a:pPr>
            <a:r>
              <a:rPr lang="en-US" sz="2600"/>
              <a:t>Para asistir al arquitecto en la definición de la estructura es de utilidad seguir un proceso de ingeniería de software definido</a:t>
            </a:r>
            <a:endParaRPr sz="2200"/>
          </a:p>
          <a:p>
            <a:pPr indent="0" lvl="0" marL="0" rtl="0" algn="l">
              <a:spcBef>
                <a:spcPts val="4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5"/>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Proceso de tres pasos para definir la arquitectura</a:t>
            </a:r>
            <a:endParaRPr/>
          </a:p>
        </p:txBody>
      </p:sp>
      <p:sp>
        <p:nvSpPr>
          <p:cNvPr id="226" name="Google Shape;226;p5"/>
          <p:cNvSpPr txBox="1"/>
          <p:nvPr>
            <p:ph idx="1" type="body"/>
          </p:nvPr>
        </p:nvSpPr>
        <p:spPr>
          <a:xfrm>
            <a:off x="457200" y="1719262"/>
            <a:ext cx="4038600" cy="441166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2"/>
              </a:buClr>
              <a:buSzPts val="1540"/>
              <a:buFont typeface="Noto Sans Symbols"/>
              <a:buChar char="●"/>
            </a:pPr>
            <a:r>
              <a:rPr b="1" i="0" lang="en-US" sz="2200" u="none">
                <a:solidFill>
                  <a:schemeClr val="dk1"/>
                </a:solidFill>
                <a:latin typeface="Arial"/>
                <a:ea typeface="Arial"/>
                <a:cs typeface="Arial"/>
                <a:sym typeface="Arial"/>
              </a:rPr>
              <a:t>Definir requerimientos de arquitectura</a:t>
            </a:r>
            <a:r>
              <a:rPr b="0" i="0" lang="en-US" sz="2200" u="none">
                <a:solidFill>
                  <a:schemeClr val="dk1"/>
                </a:solidFill>
                <a:latin typeface="Arial"/>
                <a:ea typeface="Arial"/>
                <a:cs typeface="Arial"/>
                <a:sym typeface="Arial"/>
              </a:rPr>
              <a:t>: Crear una declaración o un modelo de los requerimientos que dirigirá la arquitectura</a:t>
            </a:r>
            <a:endParaRPr/>
          </a:p>
          <a:p>
            <a:pPr indent="-245109" lvl="0" marL="342900" rtl="0" algn="l">
              <a:lnSpc>
                <a:spcPct val="80000"/>
              </a:lnSpc>
              <a:spcBef>
                <a:spcPts val="440"/>
              </a:spcBef>
              <a:spcAft>
                <a:spcPts val="0"/>
              </a:spcAft>
              <a:buClr>
                <a:schemeClr val="dk2"/>
              </a:buClr>
              <a:buSzPts val="1540"/>
              <a:buFont typeface="Noto Sans Symbols"/>
              <a:buNone/>
            </a:pPr>
            <a:r>
              <a:t/>
            </a:r>
            <a:endParaRPr b="0" i="0" sz="2200" u="none">
              <a:solidFill>
                <a:schemeClr val="dk1"/>
              </a:solidFill>
              <a:latin typeface="Arial"/>
              <a:ea typeface="Arial"/>
              <a:cs typeface="Arial"/>
              <a:sym typeface="Arial"/>
            </a:endParaRPr>
          </a:p>
          <a:p>
            <a:pPr indent="-342900" lvl="0" marL="342900" rtl="0" algn="l">
              <a:lnSpc>
                <a:spcPct val="80000"/>
              </a:lnSpc>
              <a:spcBef>
                <a:spcPts val="440"/>
              </a:spcBef>
              <a:spcAft>
                <a:spcPts val="0"/>
              </a:spcAft>
              <a:buClr>
                <a:schemeClr val="dk2"/>
              </a:buClr>
              <a:buSzPts val="1540"/>
              <a:buFont typeface="Noto Sans Symbols"/>
              <a:buChar char="●"/>
            </a:pPr>
            <a:r>
              <a:rPr b="1" i="0" lang="en-US" sz="2200" u="none">
                <a:solidFill>
                  <a:schemeClr val="dk1"/>
                </a:solidFill>
                <a:latin typeface="Arial"/>
                <a:ea typeface="Arial"/>
                <a:cs typeface="Arial"/>
                <a:sym typeface="Arial"/>
              </a:rPr>
              <a:t>Diseño de la arquitectura:</a:t>
            </a:r>
            <a:r>
              <a:rPr b="0" i="0" lang="en-US" sz="2200" u="none">
                <a:solidFill>
                  <a:schemeClr val="dk1"/>
                </a:solidFill>
                <a:latin typeface="Arial"/>
                <a:ea typeface="Arial"/>
                <a:cs typeface="Arial"/>
                <a:sym typeface="Arial"/>
              </a:rPr>
              <a:t> Definir la estructura y responsabilidades de los componentes que abarcan la arquitectura</a:t>
            </a:r>
            <a:endParaRPr/>
          </a:p>
          <a:p>
            <a:pPr indent="-245109" lvl="0" marL="342900" rtl="0" algn="l">
              <a:lnSpc>
                <a:spcPct val="80000"/>
              </a:lnSpc>
              <a:spcBef>
                <a:spcPts val="440"/>
              </a:spcBef>
              <a:spcAft>
                <a:spcPts val="0"/>
              </a:spcAft>
              <a:buClr>
                <a:schemeClr val="dk2"/>
              </a:buClr>
              <a:buSzPts val="1540"/>
              <a:buFont typeface="Noto Sans Symbols"/>
              <a:buNone/>
            </a:pPr>
            <a:r>
              <a:t/>
            </a:r>
            <a:endParaRPr b="0" i="0" sz="2200" u="none">
              <a:solidFill>
                <a:schemeClr val="dk1"/>
              </a:solidFill>
              <a:latin typeface="Arial"/>
              <a:ea typeface="Arial"/>
              <a:cs typeface="Arial"/>
              <a:sym typeface="Arial"/>
            </a:endParaRPr>
          </a:p>
          <a:p>
            <a:pPr indent="-342900" lvl="0" marL="342900" rtl="0" algn="l">
              <a:lnSpc>
                <a:spcPct val="80000"/>
              </a:lnSpc>
              <a:spcBef>
                <a:spcPts val="440"/>
              </a:spcBef>
              <a:spcAft>
                <a:spcPts val="0"/>
              </a:spcAft>
              <a:buClr>
                <a:schemeClr val="dk2"/>
              </a:buClr>
              <a:buSzPts val="1540"/>
              <a:buFont typeface="Noto Sans Symbols"/>
              <a:buChar char="●"/>
            </a:pPr>
            <a:r>
              <a:rPr b="1" i="0" lang="en-US" sz="2200" u="none">
                <a:solidFill>
                  <a:schemeClr val="dk1"/>
                </a:solidFill>
                <a:latin typeface="Arial"/>
                <a:ea typeface="Arial"/>
                <a:cs typeface="Arial"/>
                <a:sym typeface="Arial"/>
              </a:rPr>
              <a:t>Validación:</a:t>
            </a:r>
            <a:r>
              <a:rPr b="0" i="0" lang="en-US" sz="2200" u="none">
                <a:solidFill>
                  <a:schemeClr val="dk1"/>
                </a:solidFill>
                <a:latin typeface="Arial"/>
                <a:ea typeface="Arial"/>
                <a:cs typeface="Arial"/>
                <a:sym typeface="Arial"/>
              </a:rPr>
              <a:t> “Probar” la arquitectura</a:t>
            </a:r>
            <a:endParaRPr/>
          </a:p>
        </p:txBody>
      </p:sp>
      <p:pic>
        <p:nvPicPr>
          <p:cNvPr id="227" name="Google Shape;227;p5"/>
          <p:cNvPicPr preferRelativeResize="0"/>
          <p:nvPr>
            <p:ph idx="1" type="body"/>
          </p:nvPr>
        </p:nvPicPr>
        <p:blipFill rotWithShape="1">
          <a:blip r:embed="rId3">
            <a:alphaModFix/>
          </a:blip>
          <a:srcRect b="0" l="0" r="0" t="0"/>
          <a:stretch/>
        </p:blipFill>
        <p:spPr>
          <a:xfrm>
            <a:off x="4648200" y="2892425"/>
            <a:ext cx="4038600" cy="2065337"/>
          </a:xfrm>
          <a:prstGeom prst="rect">
            <a:avLst/>
          </a:prstGeom>
          <a:noFill/>
          <a:ln>
            <a:noFill/>
          </a:ln>
        </p:spPr>
      </p:pic>
      <p:sp>
        <p:nvSpPr>
          <p:cNvPr id="228" name="Google Shape;228;p5"/>
          <p:cNvSpPr txBox="1"/>
          <p:nvPr/>
        </p:nvSpPr>
        <p:spPr>
          <a:xfrm>
            <a:off x="4876800" y="5334000"/>
            <a:ext cx="3733800" cy="6413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1800"/>
              <a:buFont typeface="Arial"/>
              <a:buNone/>
            </a:pPr>
            <a:r>
              <a:rPr b="1" i="0" lang="en-US" sz="1800" u="none" cap="none" strike="noStrike">
                <a:solidFill>
                  <a:schemeClr val="accent2"/>
                </a:solidFill>
                <a:latin typeface="Arial"/>
                <a:ea typeface="Arial"/>
                <a:cs typeface="Arial"/>
                <a:sym typeface="Arial"/>
              </a:rPr>
              <a:t>La naturaleza de este modelo es iterativo!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6"/>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Determinar los requerimientos de arquitectura</a:t>
            </a:r>
            <a:endParaRPr/>
          </a:p>
        </p:txBody>
      </p:sp>
      <p:sp>
        <p:nvSpPr>
          <p:cNvPr id="234" name="Google Shape;234;p6"/>
          <p:cNvSpPr txBox="1"/>
          <p:nvPr>
            <p:ph idx="1" type="body"/>
          </p:nvPr>
        </p:nvSpPr>
        <p:spPr>
          <a:xfrm>
            <a:off x="457200" y="1719250"/>
            <a:ext cx="4114800" cy="35385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2"/>
              </a:buClr>
              <a:buSzPts val="1540"/>
              <a:buFont typeface="Noto Sans Symbols"/>
              <a:buChar char="●"/>
            </a:pPr>
            <a:r>
              <a:rPr b="0" i="0" lang="en-US" sz="2200" u="none">
                <a:solidFill>
                  <a:schemeClr val="dk1"/>
                </a:solidFill>
                <a:latin typeface="Arial"/>
                <a:ea typeface="Arial"/>
                <a:cs typeface="Arial"/>
                <a:sym typeface="Arial"/>
              </a:rPr>
              <a:t>Ejemplos:</a:t>
            </a:r>
            <a:endParaRPr/>
          </a:p>
          <a:p>
            <a:pPr indent="-347662" lvl="1" marL="692150" rtl="0" algn="l">
              <a:lnSpc>
                <a:spcPct val="90000"/>
              </a:lnSpc>
              <a:spcBef>
                <a:spcPts val="400"/>
              </a:spcBef>
              <a:spcAft>
                <a:spcPts val="0"/>
              </a:spcAft>
              <a:buClr>
                <a:schemeClr val="accent2"/>
              </a:buClr>
              <a:buSzPts val="1400"/>
              <a:buFont typeface="Noto Sans Symbols"/>
              <a:buChar char="●"/>
            </a:pPr>
            <a:r>
              <a:rPr b="0" i="0" lang="en-US" sz="2000" u="none">
                <a:solidFill>
                  <a:schemeClr val="dk1"/>
                </a:solidFill>
                <a:latin typeface="Arial"/>
                <a:ea typeface="Arial"/>
                <a:cs typeface="Arial"/>
                <a:sym typeface="Arial"/>
              </a:rPr>
              <a:t>La comunicación entre componentes debe ser garantizada para no incurrir en pérdida de mensajes (</a:t>
            </a:r>
            <a:r>
              <a:rPr b="0" i="0" lang="en-US" sz="2000" u="none">
                <a:solidFill>
                  <a:schemeClr val="hlink"/>
                </a:solidFill>
                <a:latin typeface="Arial"/>
                <a:ea typeface="Arial"/>
                <a:cs typeface="Arial"/>
                <a:sym typeface="Arial"/>
              </a:rPr>
              <a:t>fiabilidad en la comunicación</a:t>
            </a:r>
            <a:r>
              <a:rPr b="0" i="0" lang="en-US" sz="2000" u="none">
                <a:solidFill>
                  <a:schemeClr val="dk1"/>
                </a:solidFill>
                <a:latin typeface="Arial"/>
                <a:ea typeface="Arial"/>
                <a:cs typeface="Arial"/>
                <a:sym typeface="Arial"/>
              </a:rPr>
              <a:t>)</a:t>
            </a:r>
            <a:endParaRPr/>
          </a:p>
          <a:p>
            <a:pPr indent="-347662" lvl="1" marL="692150" rtl="0" algn="l">
              <a:lnSpc>
                <a:spcPct val="90000"/>
              </a:lnSpc>
              <a:spcBef>
                <a:spcPts val="400"/>
              </a:spcBef>
              <a:spcAft>
                <a:spcPts val="0"/>
              </a:spcAft>
              <a:buClr>
                <a:schemeClr val="accent2"/>
              </a:buClr>
              <a:buSzPts val="1400"/>
              <a:buFont typeface="Noto Sans Symbols"/>
              <a:buChar char="●"/>
            </a:pPr>
            <a:r>
              <a:rPr b="0" i="0" lang="en-US" sz="2000" u="none">
                <a:solidFill>
                  <a:schemeClr val="dk1"/>
                </a:solidFill>
                <a:latin typeface="Arial"/>
                <a:ea typeface="Arial"/>
                <a:cs typeface="Arial"/>
                <a:sym typeface="Arial"/>
              </a:rPr>
              <a:t>El sistema debe utilizar el web server existente, es </a:t>
            </a:r>
            <a:r>
              <a:rPr lang="en-US" sz="2000"/>
              <a:t>Node.js y React como lenguajes de programación</a:t>
            </a:r>
            <a:r>
              <a:rPr b="0" i="0" lang="en-US" sz="2000" u="none">
                <a:solidFill>
                  <a:schemeClr val="dk1"/>
                </a:solidFill>
                <a:latin typeface="Arial"/>
                <a:ea typeface="Arial"/>
                <a:cs typeface="Arial"/>
                <a:sym typeface="Arial"/>
              </a:rPr>
              <a:t> (</a:t>
            </a:r>
            <a:r>
              <a:rPr b="0" i="0" lang="en-US" sz="2000" u="none">
                <a:solidFill>
                  <a:schemeClr val="hlink"/>
                </a:solidFill>
                <a:latin typeface="Arial"/>
                <a:ea typeface="Arial"/>
                <a:cs typeface="Arial"/>
                <a:sym typeface="Arial"/>
              </a:rPr>
              <a:t>restricción</a:t>
            </a:r>
            <a:r>
              <a:rPr b="0" i="0" lang="en-US" sz="2000" u="none">
                <a:solidFill>
                  <a:schemeClr val="dk1"/>
                </a:solidFill>
                <a:latin typeface="Arial"/>
                <a:ea typeface="Arial"/>
                <a:cs typeface="Arial"/>
                <a:sym typeface="Arial"/>
              </a:rPr>
              <a:t>)</a:t>
            </a:r>
            <a:endParaRPr/>
          </a:p>
        </p:txBody>
      </p:sp>
      <p:pic>
        <p:nvPicPr>
          <p:cNvPr id="235" name="Google Shape;235;p6"/>
          <p:cNvPicPr preferRelativeResize="0"/>
          <p:nvPr>
            <p:ph idx="1" type="body"/>
          </p:nvPr>
        </p:nvPicPr>
        <p:blipFill rotWithShape="1">
          <a:blip r:embed="rId3">
            <a:alphaModFix/>
          </a:blip>
          <a:srcRect b="0" l="0" r="0" t="0"/>
          <a:stretch/>
        </p:blipFill>
        <p:spPr>
          <a:xfrm>
            <a:off x="4648200" y="2057400"/>
            <a:ext cx="3810000" cy="2817812"/>
          </a:xfrm>
          <a:prstGeom prst="rect">
            <a:avLst/>
          </a:prstGeom>
          <a:noFill/>
          <a:ln>
            <a:noFill/>
          </a:ln>
        </p:spPr>
      </p:pic>
      <p:sp>
        <p:nvSpPr>
          <p:cNvPr id="236" name="Google Shape;236;p6"/>
          <p:cNvSpPr txBox="1"/>
          <p:nvPr/>
        </p:nvSpPr>
        <p:spPr>
          <a:xfrm>
            <a:off x="457200" y="5410200"/>
            <a:ext cx="8534400" cy="1447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2"/>
              </a:buClr>
              <a:buSzPts val="1260"/>
              <a:buFont typeface="Noto Sans Symbols"/>
              <a:buChar char="●"/>
            </a:pPr>
            <a:r>
              <a:rPr b="0" i="0" lang="en-US" sz="1800" u="none" cap="none" strike="noStrike">
                <a:solidFill>
                  <a:schemeClr val="dk1"/>
                </a:solidFill>
                <a:latin typeface="Arial"/>
                <a:ea typeface="Arial"/>
                <a:cs typeface="Arial"/>
                <a:sym typeface="Arial"/>
              </a:rPr>
              <a:t>Priorizar los requerimientos de arquitectura:</a:t>
            </a:r>
            <a:endParaRPr b="0" i="0" sz="1400" u="none" cap="none" strike="noStrike">
              <a:solidFill>
                <a:srgbClr val="000000"/>
              </a:solidFill>
              <a:latin typeface="Arial"/>
              <a:ea typeface="Arial"/>
              <a:cs typeface="Arial"/>
              <a:sym typeface="Arial"/>
            </a:endParaRPr>
          </a:p>
          <a:p>
            <a:pPr indent="-347662" lvl="1" marL="692150" marR="0" rtl="0" algn="l">
              <a:lnSpc>
                <a:spcPct val="90000"/>
              </a:lnSpc>
              <a:spcBef>
                <a:spcPts val="320"/>
              </a:spcBef>
              <a:spcAft>
                <a:spcPts val="0"/>
              </a:spcAft>
              <a:buClr>
                <a:schemeClr val="accent2"/>
              </a:buClr>
              <a:buSzPts val="1120"/>
              <a:buFont typeface="Noto Sans Symbols"/>
              <a:buChar char="●"/>
            </a:pPr>
            <a:r>
              <a:rPr b="0" i="0" lang="en-US" sz="1600" u="none" cap="none" strike="noStrike">
                <a:solidFill>
                  <a:schemeClr val="dk1"/>
                </a:solidFill>
                <a:latin typeface="Arial"/>
                <a:ea typeface="Arial"/>
                <a:cs typeface="Arial"/>
                <a:sym typeface="Arial"/>
              </a:rPr>
              <a:t>Alta:  Este requerimiento dirige el diseño de la arquitectura</a:t>
            </a:r>
            <a:endParaRPr b="0" i="0" sz="1400" u="none" cap="none" strike="noStrike">
              <a:solidFill>
                <a:srgbClr val="000000"/>
              </a:solidFill>
              <a:latin typeface="Arial"/>
              <a:ea typeface="Arial"/>
              <a:cs typeface="Arial"/>
              <a:sym typeface="Arial"/>
            </a:endParaRPr>
          </a:p>
          <a:p>
            <a:pPr indent="-347662" lvl="1" marL="692150" marR="0" rtl="0" algn="l">
              <a:lnSpc>
                <a:spcPct val="90000"/>
              </a:lnSpc>
              <a:spcBef>
                <a:spcPts val="320"/>
              </a:spcBef>
              <a:spcAft>
                <a:spcPts val="0"/>
              </a:spcAft>
              <a:buClr>
                <a:schemeClr val="accent2"/>
              </a:buClr>
              <a:buSzPts val="1120"/>
              <a:buFont typeface="Noto Sans Symbols"/>
              <a:buChar char="●"/>
            </a:pPr>
            <a:r>
              <a:rPr b="0" i="0" lang="en-US" sz="1600" u="none" cap="none" strike="noStrike">
                <a:solidFill>
                  <a:schemeClr val="dk1"/>
                </a:solidFill>
                <a:latin typeface="Arial"/>
                <a:ea typeface="Arial"/>
                <a:cs typeface="Arial"/>
                <a:sym typeface="Arial"/>
              </a:rPr>
              <a:t>Media:  Este requerimiento debería ser soportado eventualmente</a:t>
            </a:r>
            <a:endParaRPr b="0" i="0" sz="1400" u="none" cap="none" strike="noStrike">
              <a:solidFill>
                <a:srgbClr val="000000"/>
              </a:solidFill>
              <a:latin typeface="Arial"/>
              <a:ea typeface="Arial"/>
              <a:cs typeface="Arial"/>
              <a:sym typeface="Arial"/>
            </a:endParaRPr>
          </a:p>
          <a:p>
            <a:pPr indent="-347662" lvl="1" marL="692150" marR="0" rtl="0" algn="l">
              <a:lnSpc>
                <a:spcPct val="90000"/>
              </a:lnSpc>
              <a:spcBef>
                <a:spcPts val="320"/>
              </a:spcBef>
              <a:spcAft>
                <a:spcPts val="0"/>
              </a:spcAft>
              <a:buClr>
                <a:schemeClr val="accent2"/>
              </a:buClr>
              <a:buSzPts val="1120"/>
              <a:buFont typeface="Noto Sans Symbols"/>
              <a:buChar char="●"/>
            </a:pPr>
            <a:r>
              <a:rPr b="0" i="0" lang="en-US" sz="1600" u="none" cap="none" strike="noStrike">
                <a:solidFill>
                  <a:schemeClr val="dk1"/>
                </a:solidFill>
                <a:latin typeface="Arial"/>
                <a:ea typeface="Arial"/>
                <a:cs typeface="Arial"/>
                <a:sym typeface="Arial"/>
              </a:rPr>
              <a:t>Baja: Wish list.  “Sería bueno tenerlo”</a:t>
            </a:r>
            <a:endParaRPr b="0" i="0" sz="1400" u="none" cap="none" strike="noStrike">
              <a:solidFill>
                <a:srgbClr val="000000"/>
              </a:solidFill>
              <a:latin typeface="Arial"/>
              <a:ea typeface="Arial"/>
              <a:cs typeface="Arial"/>
              <a:sym typeface="Arial"/>
            </a:endParaRPr>
          </a:p>
        </p:txBody>
      </p:sp>
      <p:sp>
        <p:nvSpPr>
          <p:cNvPr id="237" name="Google Shape;237;p6"/>
          <p:cNvSpPr txBox="1"/>
          <p:nvPr/>
        </p:nvSpPr>
        <p:spPr>
          <a:xfrm>
            <a:off x="7387025" y="5578750"/>
            <a:ext cx="1375500" cy="9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rPr>
              <a:t>Qué otros métodos de priorización conoce?</a:t>
            </a:r>
            <a:endParaRPr>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7"/>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Diseño de la arquitectura</a:t>
            </a:r>
            <a:endParaRPr/>
          </a:p>
        </p:txBody>
      </p:sp>
      <p:sp>
        <p:nvSpPr>
          <p:cNvPr id="243" name="Google Shape;243;p7"/>
          <p:cNvSpPr txBox="1"/>
          <p:nvPr>
            <p:ph idx="1" type="body"/>
          </p:nvPr>
        </p:nvSpPr>
        <p:spPr>
          <a:xfrm>
            <a:off x="457200" y="1719262"/>
            <a:ext cx="4038600" cy="46815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260"/>
              <a:buFont typeface="Noto Sans Symbols"/>
              <a:buChar char="●"/>
            </a:pPr>
            <a:r>
              <a:rPr b="1" i="0" lang="en-US" sz="1800" u="none">
                <a:solidFill>
                  <a:schemeClr val="dk1"/>
                </a:solidFill>
                <a:latin typeface="Arial"/>
                <a:ea typeface="Arial"/>
                <a:cs typeface="Arial"/>
                <a:sym typeface="Arial"/>
              </a:rPr>
              <a:t>Escoger un framework de arquitectura</a:t>
            </a:r>
            <a:r>
              <a:rPr b="0" i="0" lang="en-US" sz="1800" u="none">
                <a:solidFill>
                  <a:schemeClr val="dk1"/>
                </a:solidFill>
                <a:latin typeface="Arial"/>
                <a:ea typeface="Arial"/>
                <a:cs typeface="Arial"/>
                <a:sym typeface="Arial"/>
              </a:rPr>
              <a:t>:</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N-Capas</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Messaging</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Publish Subscribe</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Broker</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Process Coordinator, etc.</a:t>
            </a:r>
            <a:endParaRPr/>
          </a:p>
          <a:p>
            <a:pPr indent="-342900" lvl="0" marL="342900" rtl="0" algn="l">
              <a:lnSpc>
                <a:spcPct val="100000"/>
              </a:lnSpc>
              <a:spcBef>
                <a:spcPts val="360"/>
              </a:spcBef>
              <a:spcAft>
                <a:spcPts val="0"/>
              </a:spcAft>
              <a:buClr>
                <a:schemeClr val="dk2"/>
              </a:buClr>
              <a:buSzPts val="1260"/>
              <a:buFont typeface="Noto Sans Symbols"/>
              <a:buChar char="●"/>
            </a:pPr>
            <a:r>
              <a:rPr b="1" i="0" lang="en-US" sz="1800" u="none">
                <a:solidFill>
                  <a:schemeClr val="dk1"/>
                </a:solidFill>
                <a:latin typeface="Arial"/>
                <a:ea typeface="Arial"/>
                <a:cs typeface="Arial"/>
                <a:sym typeface="Arial"/>
              </a:rPr>
              <a:t>Distribuir componentes</a:t>
            </a:r>
            <a:r>
              <a:rPr b="0" i="0" lang="en-US" sz="1800" u="none">
                <a:solidFill>
                  <a:schemeClr val="dk1"/>
                </a:solidFill>
                <a:latin typeface="Arial"/>
                <a:ea typeface="Arial"/>
                <a:cs typeface="Arial"/>
                <a:sym typeface="Arial"/>
              </a:rPr>
              <a:t>:</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Id. Los componentes esenciales</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Id. Interfaces entre ellos</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Id. Responsabilidades de c/u</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Id. Dependencias entre ellos</a:t>
            </a:r>
            <a:endParaRPr/>
          </a:p>
          <a:p>
            <a:pPr indent="-347662" lvl="1" marL="692150" rtl="0" algn="l">
              <a:lnSpc>
                <a:spcPct val="100000"/>
              </a:lnSpc>
              <a:spcBef>
                <a:spcPts val="320"/>
              </a:spcBef>
              <a:spcAft>
                <a:spcPts val="0"/>
              </a:spcAft>
              <a:buClr>
                <a:schemeClr val="accent2"/>
              </a:buClr>
              <a:buSzPts val="1120"/>
              <a:buFont typeface="Noto Sans Symbols"/>
              <a:buChar char="●"/>
            </a:pPr>
            <a:r>
              <a:rPr b="0" i="0" lang="en-US" sz="1600" u="none">
                <a:solidFill>
                  <a:schemeClr val="dk1"/>
                </a:solidFill>
                <a:latin typeface="Arial"/>
                <a:ea typeface="Arial"/>
                <a:cs typeface="Arial"/>
                <a:sym typeface="Arial"/>
              </a:rPr>
              <a:t>Id. Particiones en la arquitectura que la hagan candidata para ser distribuida en varios servidores una red</a:t>
            </a:r>
            <a:endParaRPr/>
          </a:p>
        </p:txBody>
      </p:sp>
      <p:pic>
        <p:nvPicPr>
          <p:cNvPr id="244" name="Google Shape;244;p7"/>
          <p:cNvPicPr preferRelativeResize="0"/>
          <p:nvPr>
            <p:ph idx="1" type="body"/>
          </p:nvPr>
        </p:nvPicPr>
        <p:blipFill rotWithShape="1">
          <a:blip r:embed="rId3">
            <a:alphaModFix/>
          </a:blip>
          <a:srcRect b="0" l="0" r="0" t="0"/>
          <a:stretch/>
        </p:blipFill>
        <p:spPr>
          <a:xfrm>
            <a:off x="4754562" y="1719262"/>
            <a:ext cx="3825875" cy="44116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8"/>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accent2"/>
              </a:buClr>
              <a:buSzPts val="3100"/>
              <a:buFont typeface="Arial"/>
              <a:buNone/>
            </a:pPr>
            <a:r>
              <a:rPr b="1" i="0" lang="en-US" sz="3100" u="none">
                <a:solidFill>
                  <a:schemeClr val="accent2"/>
                </a:solidFill>
                <a:latin typeface="Arial"/>
                <a:ea typeface="Arial"/>
                <a:cs typeface="Arial"/>
                <a:sym typeface="Arial"/>
              </a:rPr>
              <a:t>Guías en el diseño de componentes</a:t>
            </a:r>
            <a:endParaRPr/>
          </a:p>
        </p:txBody>
      </p:sp>
      <p:sp>
        <p:nvSpPr>
          <p:cNvPr id="250" name="Google Shape;250;p8"/>
          <p:cNvSpPr txBox="1"/>
          <p:nvPr>
            <p:ph idx="1" type="body"/>
          </p:nvPr>
        </p:nvSpPr>
        <p:spPr>
          <a:xfrm>
            <a:off x="457200" y="1719262"/>
            <a:ext cx="8229600" cy="491013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540"/>
              <a:buFont typeface="Noto Sans Symbols"/>
              <a:buChar char="●"/>
            </a:pPr>
            <a:r>
              <a:rPr b="0" i="0" lang="en-US" sz="2200" u="none">
                <a:solidFill>
                  <a:schemeClr val="dk1"/>
                </a:solidFill>
                <a:latin typeface="Arial"/>
                <a:ea typeface="Arial"/>
                <a:cs typeface="Arial"/>
                <a:sym typeface="Arial"/>
              </a:rPr>
              <a:t>Minimizar dependencias entre componentes (loosely coupled).  Cambios en un componente no deben tener un alto impacto en nuestra arquitectura.</a:t>
            </a:r>
            <a:endParaRPr/>
          </a:p>
          <a:p>
            <a:pPr indent="-342900" lvl="0" marL="342900" rtl="0" algn="l">
              <a:lnSpc>
                <a:spcPct val="100000"/>
              </a:lnSpc>
              <a:spcBef>
                <a:spcPts val="440"/>
              </a:spcBef>
              <a:spcAft>
                <a:spcPts val="0"/>
              </a:spcAft>
              <a:buClr>
                <a:schemeClr val="dk2"/>
              </a:buClr>
              <a:buSzPts val="1540"/>
              <a:buFont typeface="Noto Sans Symbols"/>
              <a:buChar char="●"/>
            </a:pPr>
            <a:r>
              <a:rPr b="0" i="0" lang="en-US" sz="2200" u="none">
                <a:solidFill>
                  <a:schemeClr val="dk1"/>
                </a:solidFill>
                <a:latin typeface="Arial"/>
                <a:ea typeface="Arial"/>
                <a:cs typeface="Arial"/>
                <a:sym typeface="Arial"/>
              </a:rPr>
              <a:t>Diseñar componentes que </a:t>
            </a:r>
            <a:r>
              <a:rPr lang="en-US" sz="2200"/>
              <a:t>encapsulan</a:t>
            </a:r>
            <a:r>
              <a:rPr b="0" i="0" lang="en-US" sz="2200" u="none">
                <a:solidFill>
                  <a:schemeClr val="dk1"/>
                </a:solidFill>
                <a:latin typeface="Arial"/>
                <a:ea typeface="Arial"/>
                <a:cs typeface="Arial"/>
                <a:sym typeface="Arial"/>
              </a:rPr>
              <a:t> un conjunto de responsabilidades con un alto grado de cohesión (highly cohesive).  La </a:t>
            </a:r>
            <a:r>
              <a:rPr lang="en-US" sz="2200"/>
              <a:t>cohesión</a:t>
            </a:r>
            <a:r>
              <a:rPr b="0" i="0" lang="en-US" sz="2200" u="none">
                <a:solidFill>
                  <a:schemeClr val="dk1"/>
                </a:solidFill>
                <a:latin typeface="Arial"/>
                <a:ea typeface="Arial"/>
                <a:cs typeface="Arial"/>
                <a:sym typeface="Arial"/>
              </a:rPr>
              <a:t> es una medida de que tan bien las partes de un componente trabajan juntas.</a:t>
            </a:r>
            <a:endParaRPr/>
          </a:p>
          <a:p>
            <a:pPr indent="-342900" lvl="0" marL="342900" rtl="0" algn="l">
              <a:lnSpc>
                <a:spcPct val="100000"/>
              </a:lnSpc>
              <a:spcBef>
                <a:spcPts val="440"/>
              </a:spcBef>
              <a:spcAft>
                <a:spcPts val="0"/>
              </a:spcAft>
              <a:buClr>
                <a:schemeClr val="dk2"/>
              </a:buClr>
              <a:buSzPts val="1540"/>
              <a:buFont typeface="Noto Sans Symbols"/>
              <a:buChar char="●"/>
            </a:pPr>
            <a:r>
              <a:rPr b="0" i="0" lang="en-US" sz="2200" u="none">
                <a:solidFill>
                  <a:schemeClr val="dk1"/>
                </a:solidFill>
                <a:latin typeface="Arial"/>
                <a:ea typeface="Arial"/>
                <a:cs typeface="Arial"/>
                <a:sym typeface="Arial"/>
              </a:rPr>
              <a:t>Aislar dependencias en middleware y cualquier </a:t>
            </a:r>
            <a:r>
              <a:rPr lang="en-US" sz="2200"/>
              <a:t>tecnología</a:t>
            </a:r>
            <a:r>
              <a:rPr b="0" i="0" lang="en-US" sz="2200" u="none">
                <a:solidFill>
                  <a:schemeClr val="dk1"/>
                </a:solidFill>
                <a:latin typeface="Arial"/>
                <a:ea typeface="Arial"/>
                <a:cs typeface="Arial"/>
                <a:sym typeface="Arial"/>
              </a:rPr>
              <a:t> COTS utilizada, mientras menos componentes dependientes entre </a:t>
            </a:r>
            <a:r>
              <a:rPr lang="en-US" sz="2200"/>
              <a:t>sí</a:t>
            </a:r>
            <a:r>
              <a:rPr b="0" i="0" lang="en-US" sz="2200" u="none">
                <a:solidFill>
                  <a:schemeClr val="dk1"/>
                </a:solidFill>
                <a:latin typeface="Arial"/>
                <a:ea typeface="Arial"/>
                <a:cs typeface="Arial"/>
                <a:sym typeface="Arial"/>
              </a:rPr>
              <a:t> hay, </a:t>
            </a:r>
            <a:r>
              <a:rPr lang="en-US" sz="2200"/>
              <a:t>más</a:t>
            </a:r>
            <a:r>
              <a:rPr b="0" i="0" lang="en-US" sz="2200" u="none">
                <a:solidFill>
                  <a:schemeClr val="dk1"/>
                </a:solidFill>
                <a:latin typeface="Arial"/>
                <a:ea typeface="Arial"/>
                <a:cs typeface="Arial"/>
                <a:sym typeface="Arial"/>
              </a:rPr>
              <a:t> </a:t>
            </a:r>
            <a:r>
              <a:rPr lang="en-US" sz="2200"/>
              <a:t>fácil</a:t>
            </a:r>
            <a:r>
              <a:rPr b="0" i="0" lang="en-US" sz="2200" u="none">
                <a:solidFill>
                  <a:schemeClr val="dk1"/>
                </a:solidFill>
                <a:latin typeface="Arial"/>
                <a:ea typeface="Arial"/>
                <a:cs typeface="Arial"/>
                <a:sym typeface="Arial"/>
              </a:rPr>
              <a:t> </a:t>
            </a:r>
            <a:r>
              <a:rPr lang="en-US" sz="2200"/>
              <a:t>será</a:t>
            </a:r>
            <a:r>
              <a:rPr b="0" i="0" lang="en-US" sz="2200" u="none">
                <a:solidFill>
                  <a:schemeClr val="dk1"/>
                </a:solidFill>
                <a:latin typeface="Arial"/>
                <a:ea typeface="Arial"/>
                <a:cs typeface="Arial"/>
                <a:sym typeface="Arial"/>
              </a:rPr>
              <a:t> realizar cambios para actualizar el middleware u otros servicios de infraestructura.</a:t>
            </a:r>
            <a:endParaRPr/>
          </a:p>
          <a:p>
            <a:pPr indent="-342900" lvl="0" marL="342900" rtl="0" algn="l">
              <a:lnSpc>
                <a:spcPct val="100000"/>
              </a:lnSpc>
              <a:spcBef>
                <a:spcPts val="440"/>
              </a:spcBef>
              <a:spcAft>
                <a:spcPts val="0"/>
              </a:spcAft>
              <a:buClr>
                <a:schemeClr val="dk2"/>
              </a:buClr>
              <a:buSzPts val="1540"/>
              <a:buFont typeface="Noto Sans Symbols"/>
              <a:buChar char="●"/>
            </a:pPr>
            <a:r>
              <a:rPr b="0" i="0" lang="en-US" sz="2200" u="none">
                <a:solidFill>
                  <a:schemeClr val="dk1"/>
                </a:solidFill>
                <a:latin typeface="Arial"/>
                <a:ea typeface="Arial"/>
                <a:cs typeface="Arial"/>
                <a:sym typeface="Arial"/>
              </a:rPr>
              <a:t>Minimizar llamadas entre componentes, ya que estos pueden afectar el performance si hay componentes distribuidos.</a:t>
            </a:r>
            <a:endParaRPr/>
          </a:p>
          <a:p>
            <a:pPr indent="-245109" lvl="0" marL="342900" rtl="0" algn="l">
              <a:lnSpc>
                <a:spcPct val="100000"/>
              </a:lnSpc>
              <a:spcBef>
                <a:spcPts val="440"/>
              </a:spcBef>
              <a:spcAft>
                <a:spcPts val="0"/>
              </a:spcAft>
              <a:buClr>
                <a:schemeClr val="dk2"/>
              </a:buClr>
              <a:buSzPts val="1540"/>
              <a:buFont typeface="Noto Sans Symbols"/>
              <a:buNone/>
            </a:pPr>
            <a:r>
              <a:t/>
            </a:r>
            <a:endParaRPr b="0" i="0" sz="2200" u="none">
              <a:solidFill>
                <a:schemeClr val="dk1"/>
              </a:solidFill>
              <a:latin typeface="Arial"/>
              <a:ea typeface="Arial"/>
              <a:cs typeface="Arial"/>
              <a:sym typeface="Arial"/>
            </a:endParaRPr>
          </a:p>
          <a:p>
            <a:pPr indent="-245109" lvl="0" marL="342900" rtl="0" algn="l">
              <a:lnSpc>
                <a:spcPct val="100000"/>
              </a:lnSpc>
              <a:spcBef>
                <a:spcPts val="440"/>
              </a:spcBef>
              <a:spcAft>
                <a:spcPts val="0"/>
              </a:spcAft>
              <a:buClr>
                <a:schemeClr val="dk2"/>
              </a:buClr>
              <a:buSzPts val="1540"/>
              <a:buFont typeface="Noto Sans Symbols"/>
              <a:buNone/>
            </a:pPr>
            <a:r>
              <a:t/>
            </a:r>
            <a:endParaRPr b="0" i="0" sz="2200" u="none">
              <a:solidFill>
                <a:schemeClr val="dk1"/>
              </a:solidFill>
              <a:latin typeface="Arial"/>
              <a:ea typeface="Arial"/>
              <a:cs typeface="Arial"/>
              <a:sym typeface="Arial"/>
            </a:endParaRPr>
          </a:p>
          <a:p>
            <a:pPr indent="-245109" lvl="0" marL="342900" rtl="0" algn="l">
              <a:lnSpc>
                <a:spcPct val="100000"/>
              </a:lnSpc>
              <a:spcBef>
                <a:spcPts val="440"/>
              </a:spcBef>
              <a:spcAft>
                <a:spcPts val="0"/>
              </a:spcAft>
              <a:buSzPts val="1540"/>
              <a:buNone/>
            </a:pPr>
            <a:r>
              <a:t/>
            </a:r>
            <a:endParaRPr b="0" i="0" sz="2200" u="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9"/>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Validación</a:t>
            </a:r>
            <a:endParaRPr/>
          </a:p>
        </p:txBody>
      </p:sp>
      <p:sp>
        <p:nvSpPr>
          <p:cNvPr id="256" name="Google Shape;256;p9"/>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1820"/>
              <a:buFont typeface="Noto Sans Symbols"/>
              <a:buChar char="●"/>
            </a:pPr>
            <a:r>
              <a:rPr b="0" i="0" lang="en-US" sz="2600" u="none">
                <a:solidFill>
                  <a:schemeClr val="dk1"/>
                </a:solidFill>
                <a:latin typeface="Arial"/>
                <a:ea typeface="Arial"/>
                <a:cs typeface="Arial"/>
                <a:sym typeface="Arial"/>
              </a:rPr>
              <a:t>Incrementa la confianza al equipo de diseño de que la arquitectura cumple con su propósito, debe ser alcanzada en una agenda y presupuesto definido.</a:t>
            </a:r>
            <a:endParaRPr/>
          </a:p>
          <a:p>
            <a:pPr indent="-347662" lvl="1" marL="692150" rtl="0" algn="l">
              <a:lnSpc>
                <a:spcPct val="100000"/>
              </a:lnSpc>
              <a:spcBef>
                <a:spcPts val="440"/>
              </a:spcBef>
              <a:spcAft>
                <a:spcPts val="0"/>
              </a:spcAft>
              <a:buClr>
                <a:schemeClr val="accent2"/>
              </a:buClr>
              <a:buSzPts val="1540"/>
              <a:buFont typeface="Noto Sans Symbols"/>
              <a:buChar char="●"/>
            </a:pPr>
            <a:r>
              <a:rPr b="0" i="0" lang="en-US" sz="2200" u="none">
                <a:solidFill>
                  <a:schemeClr val="dk1"/>
                </a:solidFill>
                <a:latin typeface="Arial"/>
                <a:ea typeface="Arial"/>
                <a:cs typeface="Arial"/>
                <a:sym typeface="Arial"/>
              </a:rPr>
              <a:t>Técnicas</a:t>
            </a:r>
            <a:endParaRPr/>
          </a:p>
          <a:p>
            <a:pPr indent="-292099" lvl="3" marL="1281112" rtl="0" algn="l">
              <a:lnSpc>
                <a:spcPct val="100000"/>
              </a:lnSpc>
              <a:spcBef>
                <a:spcPts val="360"/>
              </a:spcBef>
              <a:spcAft>
                <a:spcPts val="0"/>
              </a:spcAft>
              <a:buClr>
                <a:schemeClr val="dk2"/>
              </a:buClr>
              <a:buSzPts val="1350"/>
              <a:buFont typeface="Noto Sans Symbols"/>
              <a:buChar char="▪"/>
            </a:pPr>
            <a:r>
              <a:rPr b="0" i="0" lang="en-US" sz="1800" u="none">
                <a:solidFill>
                  <a:schemeClr val="dk1"/>
                </a:solidFill>
                <a:latin typeface="Arial"/>
                <a:ea typeface="Arial"/>
                <a:cs typeface="Arial"/>
                <a:sym typeface="Arial"/>
              </a:rPr>
              <a:t>Escenarios</a:t>
            </a:r>
            <a:endParaRPr/>
          </a:p>
          <a:p>
            <a:pPr indent="-292099" lvl="3" marL="1281112" rtl="0" algn="l">
              <a:lnSpc>
                <a:spcPct val="100000"/>
              </a:lnSpc>
              <a:spcBef>
                <a:spcPts val="360"/>
              </a:spcBef>
              <a:spcAft>
                <a:spcPts val="0"/>
              </a:spcAft>
              <a:buClr>
                <a:schemeClr val="dk2"/>
              </a:buClr>
              <a:buSzPts val="1350"/>
              <a:buFont typeface="Noto Sans Symbols"/>
              <a:buChar char="▪"/>
            </a:pPr>
            <a:r>
              <a:rPr b="0" i="0" lang="en-US" sz="1800" u="none">
                <a:solidFill>
                  <a:schemeClr val="dk1"/>
                </a:solidFill>
                <a:latin typeface="Arial"/>
                <a:ea typeface="Arial"/>
                <a:cs typeface="Arial"/>
                <a:sym typeface="Arial"/>
              </a:rPr>
              <a:t>Construcción de prototipos</a:t>
            </a:r>
            <a:endParaRPr/>
          </a:p>
          <a:p>
            <a:pPr indent="-206374" lvl="3" marL="1281112" rtl="0" algn="l">
              <a:lnSpc>
                <a:spcPct val="100000"/>
              </a:lnSpc>
              <a:spcBef>
                <a:spcPts val="360"/>
              </a:spcBef>
              <a:spcAft>
                <a:spcPts val="0"/>
              </a:spcAft>
              <a:buClr>
                <a:schemeClr val="dk2"/>
              </a:buClr>
              <a:buSzPts val="1350"/>
              <a:buFont typeface="Noto Sans Symbols"/>
              <a:buNone/>
            </a:pPr>
            <a:r>
              <a:t/>
            </a:r>
            <a:endParaRPr b="0" i="0" sz="1800" u="none">
              <a:solidFill>
                <a:schemeClr val="dk1"/>
              </a:solidFill>
              <a:latin typeface="Arial"/>
              <a:ea typeface="Arial"/>
              <a:cs typeface="Arial"/>
              <a:sym typeface="Arial"/>
            </a:endParaRPr>
          </a:p>
          <a:p>
            <a:pPr indent="-342900" lvl="0" marL="342900" rtl="0" algn="l">
              <a:lnSpc>
                <a:spcPct val="100000"/>
              </a:lnSpc>
              <a:spcBef>
                <a:spcPts val="520"/>
              </a:spcBef>
              <a:spcAft>
                <a:spcPts val="0"/>
              </a:spcAft>
              <a:buSzPts val="1820"/>
              <a:buNone/>
            </a:pPr>
            <a:r>
              <a:rPr b="0" i="0" lang="en-US" sz="2600" u="none">
                <a:solidFill>
                  <a:schemeClr val="dk1"/>
                </a:solidFill>
                <a:latin typeface="Arial"/>
                <a:ea typeface="Arial"/>
                <a:cs typeface="Arial"/>
                <a:sym typeface="Arial"/>
              </a:rPr>
              <a:t>    El propósito es identificar potenciales defectos y debilidades en el diseño para que pueda ser mejorado previo a su implementación.</a:t>
            </a:r>
            <a:endParaRPr/>
          </a:p>
          <a:p>
            <a:pPr indent="-227330" lvl="0" marL="342900" rtl="0" algn="l">
              <a:lnSpc>
                <a:spcPct val="100000"/>
              </a:lnSpc>
              <a:spcBef>
                <a:spcPts val="520"/>
              </a:spcBef>
              <a:spcAft>
                <a:spcPts val="0"/>
              </a:spcAft>
              <a:buSzPts val="1820"/>
              <a:buNone/>
            </a:pPr>
            <a:r>
              <a:t/>
            </a:r>
            <a:endParaRPr b="0" i="0" sz="2600" u="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0"/>
          <p:cNvSpPr txBox="1"/>
          <p:nvPr>
            <p:ph type="title"/>
          </p:nvPr>
        </p:nvSpPr>
        <p:spPr>
          <a:xfrm>
            <a:off x="6477000" y="3200400"/>
            <a:ext cx="2209800" cy="57943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accent2"/>
              </a:buClr>
              <a:buSzPts val="2700"/>
              <a:buFont typeface="Arial"/>
              <a:buNone/>
            </a:pPr>
            <a:r>
              <a:rPr b="1" i="0" lang="en-US" sz="2700" u="none">
                <a:solidFill>
                  <a:schemeClr val="accent2"/>
                </a:solidFill>
                <a:latin typeface="Arial"/>
                <a:ea typeface="Arial"/>
                <a:cs typeface="Arial"/>
                <a:sym typeface="Arial"/>
              </a:rPr>
              <a:t>Escenarios</a:t>
            </a:r>
            <a:br>
              <a:rPr b="1" i="0" lang="en-US" sz="2700" u="none">
                <a:solidFill>
                  <a:schemeClr val="accent2"/>
                </a:solidFill>
                <a:latin typeface="Arial"/>
                <a:ea typeface="Arial"/>
                <a:cs typeface="Arial"/>
                <a:sym typeface="Arial"/>
              </a:rPr>
            </a:br>
            <a:br>
              <a:rPr b="1" i="0" lang="en-US" sz="2700" u="none">
                <a:solidFill>
                  <a:schemeClr val="accent2"/>
                </a:solidFill>
                <a:latin typeface="Arial"/>
                <a:ea typeface="Arial"/>
                <a:cs typeface="Arial"/>
                <a:sym typeface="Arial"/>
              </a:rPr>
            </a:br>
            <a:r>
              <a:rPr b="1" i="0" lang="en-US" sz="2700" u="none">
                <a:solidFill>
                  <a:schemeClr val="accent2"/>
                </a:solidFill>
                <a:latin typeface="Arial"/>
                <a:ea typeface="Arial"/>
                <a:cs typeface="Arial"/>
                <a:sym typeface="Arial"/>
              </a:rPr>
              <a:t> </a:t>
            </a:r>
            <a:r>
              <a:rPr b="1" i="0" lang="en-US" sz="1500" u="none">
                <a:solidFill>
                  <a:schemeClr val="accent1"/>
                </a:solidFill>
                <a:latin typeface="Arial"/>
                <a:ea typeface="Arial"/>
                <a:cs typeface="Arial"/>
                <a:sym typeface="Arial"/>
              </a:rPr>
              <a:t>- Ejemplos -</a:t>
            </a:r>
            <a:endParaRPr/>
          </a:p>
        </p:txBody>
      </p:sp>
      <p:pic>
        <p:nvPicPr>
          <p:cNvPr id="262" name="Google Shape;262;p10"/>
          <p:cNvPicPr preferRelativeResize="0"/>
          <p:nvPr/>
        </p:nvPicPr>
        <p:blipFill rotWithShape="1">
          <a:blip r:embed="rId3">
            <a:alphaModFix/>
          </a:blip>
          <a:srcRect b="0" l="0" r="0" t="0"/>
          <a:stretch/>
        </p:blipFill>
        <p:spPr>
          <a:xfrm>
            <a:off x="228600" y="228600"/>
            <a:ext cx="5943600" cy="6296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1"/>
          <p:cNvSpPr txBox="1"/>
          <p:nvPr>
            <p:ph idx="1" type="body"/>
          </p:nvPr>
        </p:nvSpPr>
        <p:spPr>
          <a:xfrm>
            <a:off x="457200" y="381000"/>
            <a:ext cx="5715000" cy="574992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2"/>
              </a:buClr>
              <a:buSzPts val="1820"/>
              <a:buFont typeface="Noto Sans Symbols"/>
              <a:buChar char="●"/>
            </a:pPr>
            <a:r>
              <a:rPr b="0" i="0" lang="en-US" sz="2600" u="none">
                <a:solidFill>
                  <a:schemeClr val="dk1"/>
                </a:solidFill>
                <a:latin typeface="Arial"/>
                <a:ea typeface="Arial"/>
                <a:cs typeface="Arial"/>
                <a:sym typeface="Arial"/>
              </a:rPr>
              <a:t>Son creados para probar algunos aspectos de diseño de alto riesgo y que no ha</a:t>
            </a:r>
            <a:r>
              <a:rPr lang="en-US" sz="2600"/>
              <a:t>y</a:t>
            </a:r>
            <a:r>
              <a:rPr b="0" i="0" lang="en-US" sz="2600" u="none">
                <a:solidFill>
                  <a:schemeClr val="dk1"/>
                </a:solidFill>
                <a:latin typeface="Arial"/>
                <a:ea typeface="Arial"/>
                <a:cs typeface="Arial"/>
                <a:sym typeface="Arial"/>
              </a:rPr>
              <a:t>an sido entendidos completamente</a:t>
            </a:r>
            <a:endParaRPr/>
          </a:p>
          <a:p>
            <a:pPr indent="-227330" lvl="0" marL="342900" rtl="0" algn="l">
              <a:lnSpc>
                <a:spcPct val="90000"/>
              </a:lnSpc>
              <a:spcBef>
                <a:spcPts val="520"/>
              </a:spcBef>
              <a:spcAft>
                <a:spcPts val="0"/>
              </a:spcAft>
              <a:buClr>
                <a:schemeClr val="dk2"/>
              </a:buClr>
              <a:buSzPts val="1820"/>
              <a:buFont typeface="Noto Sans Symbols"/>
              <a:buNone/>
            </a:pPr>
            <a:r>
              <a:t/>
            </a:r>
            <a:endParaRPr b="0" i="0" sz="2600" u="none">
              <a:solidFill>
                <a:schemeClr val="dk1"/>
              </a:solidFill>
              <a:latin typeface="Arial"/>
              <a:ea typeface="Arial"/>
              <a:cs typeface="Arial"/>
              <a:sym typeface="Arial"/>
            </a:endParaRPr>
          </a:p>
          <a:p>
            <a:pPr indent="-342900" lvl="0" marL="342900" rtl="0" algn="l">
              <a:lnSpc>
                <a:spcPct val="90000"/>
              </a:lnSpc>
              <a:spcBef>
                <a:spcPts val="520"/>
              </a:spcBef>
              <a:spcAft>
                <a:spcPts val="0"/>
              </a:spcAft>
              <a:buClr>
                <a:schemeClr val="dk2"/>
              </a:buClr>
              <a:buSzPts val="1820"/>
              <a:buFont typeface="Noto Sans Symbols"/>
              <a:buChar char="●"/>
            </a:pPr>
            <a:r>
              <a:rPr b="0" i="0" lang="en-US" sz="2600" u="none">
                <a:solidFill>
                  <a:schemeClr val="dk1"/>
                </a:solidFill>
                <a:latin typeface="Arial"/>
                <a:ea typeface="Arial"/>
                <a:cs typeface="Arial"/>
                <a:sym typeface="Arial"/>
              </a:rPr>
              <a:t>Se usan específicamente para dos propósitos:</a:t>
            </a:r>
            <a:endParaRPr/>
          </a:p>
          <a:p>
            <a:pPr indent="-347662" lvl="1" marL="692150" rtl="0" algn="l">
              <a:lnSpc>
                <a:spcPct val="90000"/>
              </a:lnSpc>
              <a:spcBef>
                <a:spcPts val="440"/>
              </a:spcBef>
              <a:spcAft>
                <a:spcPts val="0"/>
              </a:spcAft>
              <a:buClr>
                <a:schemeClr val="accent2"/>
              </a:buClr>
              <a:buSzPts val="1540"/>
              <a:buFont typeface="Noto Sans Symbols"/>
              <a:buChar char="●"/>
            </a:pPr>
            <a:r>
              <a:rPr b="1" i="0" lang="en-US" sz="2200" u="none">
                <a:solidFill>
                  <a:schemeClr val="dk1"/>
                </a:solidFill>
                <a:latin typeface="Arial"/>
                <a:ea typeface="Arial"/>
                <a:cs typeface="Arial"/>
                <a:sym typeface="Arial"/>
              </a:rPr>
              <a:t>Prueba de concepto</a:t>
            </a:r>
            <a:r>
              <a:rPr b="0" i="0" lang="en-US" sz="2200" u="none">
                <a:solidFill>
                  <a:schemeClr val="dk1"/>
                </a:solidFill>
                <a:latin typeface="Arial"/>
                <a:ea typeface="Arial"/>
                <a:cs typeface="Arial"/>
                <a:sym typeface="Arial"/>
              </a:rPr>
              <a:t>: ¿puede el diseño de la arquitectura ser construido y satisfacer así los requerimientos?</a:t>
            </a:r>
            <a:endParaRPr/>
          </a:p>
          <a:p>
            <a:pPr indent="-347662" lvl="1" marL="692150" rtl="0" algn="l">
              <a:lnSpc>
                <a:spcPct val="90000"/>
              </a:lnSpc>
              <a:spcBef>
                <a:spcPts val="440"/>
              </a:spcBef>
              <a:spcAft>
                <a:spcPts val="0"/>
              </a:spcAft>
              <a:buSzPts val="1540"/>
              <a:buNone/>
            </a:pPr>
            <a:r>
              <a:t/>
            </a:r>
            <a:endParaRPr b="0" i="0" sz="2200" u="none">
              <a:solidFill>
                <a:schemeClr val="dk1"/>
              </a:solidFill>
              <a:latin typeface="Arial"/>
              <a:ea typeface="Arial"/>
              <a:cs typeface="Arial"/>
              <a:sym typeface="Arial"/>
            </a:endParaRPr>
          </a:p>
          <a:p>
            <a:pPr indent="-347662" lvl="1" marL="692150" rtl="0" algn="l">
              <a:lnSpc>
                <a:spcPct val="90000"/>
              </a:lnSpc>
              <a:spcBef>
                <a:spcPts val="440"/>
              </a:spcBef>
              <a:spcAft>
                <a:spcPts val="0"/>
              </a:spcAft>
              <a:buClr>
                <a:schemeClr val="accent2"/>
              </a:buClr>
              <a:buSzPts val="1540"/>
              <a:buFont typeface="Noto Sans Symbols"/>
              <a:buChar char="●"/>
            </a:pPr>
            <a:r>
              <a:rPr b="1" i="0" lang="en-US" sz="2200" u="none">
                <a:solidFill>
                  <a:schemeClr val="dk1"/>
                </a:solidFill>
                <a:latin typeface="Arial"/>
                <a:ea typeface="Arial"/>
                <a:cs typeface="Arial"/>
                <a:sym typeface="Arial"/>
              </a:rPr>
              <a:t>Prueba de tecnología</a:t>
            </a:r>
            <a:r>
              <a:rPr b="0" i="0" lang="en-US" sz="2200" u="none">
                <a:solidFill>
                  <a:schemeClr val="dk1"/>
                </a:solidFill>
                <a:latin typeface="Arial"/>
                <a:ea typeface="Arial"/>
                <a:cs typeface="Arial"/>
                <a:sym typeface="Arial"/>
              </a:rPr>
              <a:t>: la tecnología seleccionada ¿Se comporta como se esperaba?</a:t>
            </a:r>
            <a:endParaRPr/>
          </a:p>
          <a:p>
            <a:pPr indent="-245109" lvl="0" marL="342900" rtl="0" algn="l">
              <a:lnSpc>
                <a:spcPct val="100000"/>
              </a:lnSpc>
              <a:spcBef>
                <a:spcPts val="440"/>
              </a:spcBef>
              <a:spcAft>
                <a:spcPts val="0"/>
              </a:spcAft>
              <a:buSzPts val="1540"/>
              <a:buNone/>
            </a:pPr>
            <a:r>
              <a:t/>
            </a:r>
            <a:endParaRPr b="0" i="0" sz="2200" u="none">
              <a:solidFill>
                <a:schemeClr val="dk1"/>
              </a:solidFill>
              <a:latin typeface="Arial"/>
              <a:ea typeface="Arial"/>
              <a:cs typeface="Arial"/>
              <a:sym typeface="Arial"/>
            </a:endParaRPr>
          </a:p>
        </p:txBody>
      </p:sp>
      <p:sp>
        <p:nvSpPr>
          <p:cNvPr id="268" name="Google Shape;268;p11"/>
          <p:cNvSpPr txBox="1"/>
          <p:nvPr>
            <p:ph type="title"/>
          </p:nvPr>
        </p:nvSpPr>
        <p:spPr>
          <a:xfrm>
            <a:off x="6477000" y="3200400"/>
            <a:ext cx="2209800" cy="57943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accent2"/>
              </a:buClr>
              <a:buSzPts val="3100"/>
              <a:buFont typeface="Arial"/>
              <a:buNone/>
            </a:pPr>
            <a:r>
              <a:rPr b="1" i="0" lang="en-US" sz="3100" u="none">
                <a:solidFill>
                  <a:schemeClr val="accent2"/>
                </a:solidFill>
                <a:latin typeface="Arial"/>
                <a:ea typeface="Arial"/>
                <a:cs typeface="Arial"/>
                <a:sym typeface="Arial"/>
              </a:rPr>
              <a:t>Prototipos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2"/>
          <p:cNvSpPr txBox="1"/>
          <p:nvPr>
            <p:ph idx="1" type="subTitle"/>
          </p:nvPr>
        </p:nvSpPr>
        <p:spPr>
          <a:xfrm>
            <a:off x="849312" y="3049587"/>
            <a:ext cx="6248400" cy="2362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2240"/>
              <a:buNone/>
            </a:pPr>
            <a:r>
              <a:rPr b="0" i="0" lang="en-US" sz="3200" u="none">
                <a:solidFill>
                  <a:schemeClr val="dk1"/>
                </a:solidFill>
                <a:latin typeface="Arial"/>
                <a:ea typeface="Arial"/>
                <a:cs typeface="Arial"/>
                <a:sym typeface="Arial"/>
              </a:rPr>
              <a:t>Documentando la </a:t>
            </a:r>
            <a:endParaRPr/>
          </a:p>
          <a:p>
            <a:pPr indent="0" lvl="0" marL="0" rtl="0" algn="r">
              <a:lnSpc>
                <a:spcPct val="100000"/>
              </a:lnSpc>
              <a:spcBef>
                <a:spcPts val="640"/>
              </a:spcBef>
              <a:spcAft>
                <a:spcPts val="0"/>
              </a:spcAft>
              <a:buSzPts val="2240"/>
              <a:buNone/>
            </a:pPr>
            <a:r>
              <a:rPr b="0" i="0" lang="en-US" sz="3200" u="none">
                <a:solidFill>
                  <a:schemeClr val="dk1"/>
                </a:solidFill>
                <a:latin typeface="Arial"/>
                <a:ea typeface="Arial"/>
                <a:cs typeface="Arial"/>
                <a:sym typeface="Arial"/>
              </a:rPr>
              <a:t>Arquitectura de Software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3"/>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¿Por qué documentar la arquitectura?</a:t>
            </a:r>
            <a:endParaRPr/>
          </a:p>
        </p:txBody>
      </p:sp>
      <p:sp>
        <p:nvSpPr>
          <p:cNvPr id="279" name="Google Shape;279;p13"/>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Otros puedan entender y evaluar el diseño</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Podamos entender el diseño luego de un buen tiempo.</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Otros miembros del proyecto puedan aprender de la arquitectura digiriendo el pensamiento detrás del diseño</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Se pueda analizar el diseño para quizá mejorar el desempeño o generar métricas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4"/>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¿Por qué es problemático documentar la arquitectura?</a:t>
            </a:r>
            <a:endParaRPr/>
          </a:p>
        </p:txBody>
      </p:sp>
      <p:sp>
        <p:nvSpPr>
          <p:cNvPr id="285" name="Google Shape;285;p14"/>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2"/>
              </a:buClr>
              <a:buSzPts val="1820"/>
              <a:buFont typeface="Noto Sans Symbols"/>
              <a:buChar char="●"/>
            </a:pPr>
            <a:r>
              <a:rPr b="0" i="0" lang="en-US" sz="2600" u="none">
                <a:solidFill>
                  <a:schemeClr val="dk1"/>
                </a:solidFill>
                <a:latin typeface="Arial"/>
                <a:ea typeface="Arial"/>
                <a:cs typeface="Arial"/>
                <a:sym typeface="Arial"/>
              </a:rPr>
              <a:t>No hay estándar en documentación de arquitectura universalmente aceptada</a:t>
            </a:r>
            <a:endParaRPr/>
          </a:p>
          <a:p>
            <a:pPr indent="-342900" lvl="0" marL="342900" rtl="0" algn="l">
              <a:lnSpc>
                <a:spcPct val="90000"/>
              </a:lnSpc>
              <a:spcBef>
                <a:spcPts val="520"/>
              </a:spcBef>
              <a:spcAft>
                <a:spcPts val="0"/>
              </a:spcAft>
              <a:buClr>
                <a:schemeClr val="dk2"/>
              </a:buClr>
              <a:buSzPts val="1820"/>
              <a:buFont typeface="Noto Sans Symbols"/>
              <a:buChar char="●"/>
            </a:pPr>
            <a:r>
              <a:rPr b="0" i="0" lang="en-US" sz="2600" u="none">
                <a:solidFill>
                  <a:schemeClr val="dk1"/>
                </a:solidFill>
                <a:latin typeface="Arial"/>
                <a:ea typeface="Arial"/>
                <a:cs typeface="Arial"/>
                <a:sym typeface="Arial"/>
              </a:rPr>
              <a:t>Una arquitectura puede ser muy compleja y documentar de forma entendible consume mucho tiempo</a:t>
            </a:r>
            <a:endParaRPr/>
          </a:p>
          <a:p>
            <a:pPr indent="-342900" lvl="0" marL="342900" rtl="0" algn="l">
              <a:lnSpc>
                <a:spcPct val="90000"/>
              </a:lnSpc>
              <a:spcBef>
                <a:spcPts val="520"/>
              </a:spcBef>
              <a:spcAft>
                <a:spcPts val="0"/>
              </a:spcAft>
              <a:buClr>
                <a:schemeClr val="dk2"/>
              </a:buClr>
              <a:buSzPts val="1820"/>
              <a:buFont typeface="Noto Sans Symbols"/>
              <a:buChar char="●"/>
            </a:pPr>
            <a:r>
              <a:rPr b="0" i="0" lang="en-US" sz="2600" u="none">
                <a:solidFill>
                  <a:schemeClr val="dk1"/>
                </a:solidFill>
                <a:latin typeface="Arial"/>
                <a:ea typeface="Arial"/>
                <a:cs typeface="Arial"/>
                <a:sym typeface="Arial"/>
              </a:rPr>
              <a:t>Una arquitectura tiene múltiples vistas, documentarlas todas consume mucho tiempo y dinero</a:t>
            </a:r>
            <a:endParaRPr/>
          </a:p>
          <a:p>
            <a:pPr indent="-342900" lvl="0" marL="342900" rtl="0" algn="l">
              <a:lnSpc>
                <a:spcPct val="90000"/>
              </a:lnSpc>
              <a:spcBef>
                <a:spcPts val="520"/>
              </a:spcBef>
              <a:spcAft>
                <a:spcPts val="0"/>
              </a:spcAft>
              <a:buClr>
                <a:schemeClr val="dk2"/>
              </a:buClr>
              <a:buSzPts val="1820"/>
              <a:buFont typeface="Noto Sans Symbols"/>
              <a:buChar char="●"/>
            </a:pPr>
            <a:r>
              <a:rPr b="0" i="0" lang="en-US" sz="2600" u="none">
                <a:solidFill>
                  <a:schemeClr val="dk1"/>
                </a:solidFill>
                <a:latin typeface="Arial"/>
                <a:ea typeface="Arial"/>
                <a:cs typeface="Arial"/>
                <a:sym typeface="Arial"/>
              </a:rPr>
              <a:t>Mantener la documentación de una arquitectura al día puede consumir muchos recursos de tiempo y calendario</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¿Qué deberíamos documentar?</a:t>
            </a:r>
            <a:endParaRPr/>
          </a:p>
        </p:txBody>
      </p:sp>
      <p:sp>
        <p:nvSpPr>
          <p:cNvPr id="291" name="Google Shape;291;p15"/>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Interfaces entre componentes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Restricciones de subsistemas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Escenarios de prueba</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Decisiones de compra de componentes third party</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Estructura del equipo y dependencias de agenda</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Servicios externos que ofrece la aplicación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6"/>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UML 2.0</a:t>
            </a:r>
            <a:endParaRPr/>
          </a:p>
        </p:txBody>
      </p:sp>
      <p:sp>
        <p:nvSpPr>
          <p:cNvPr id="297" name="Google Shape;297;p16"/>
          <p:cNvSpPr txBox="1"/>
          <p:nvPr>
            <p:ph idx="1" type="body"/>
          </p:nvPr>
        </p:nvSpPr>
        <p:spPr>
          <a:xfrm>
            <a:off x="381000" y="2667000"/>
            <a:ext cx="8229600" cy="2473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La notación UML 2.0 cubre aspectos tanto de </a:t>
            </a:r>
            <a:r>
              <a:rPr b="0" i="0" lang="en-US" sz="3000" u="sng">
                <a:solidFill>
                  <a:schemeClr val="dk1"/>
                </a:solidFill>
                <a:latin typeface="Arial"/>
                <a:ea typeface="Arial"/>
                <a:cs typeface="Arial"/>
                <a:sym typeface="Arial"/>
              </a:rPr>
              <a:t>comportamiento</a:t>
            </a:r>
            <a:r>
              <a:rPr b="0" i="0" lang="en-US" sz="3000" u="none">
                <a:solidFill>
                  <a:schemeClr val="dk1"/>
                </a:solidFill>
                <a:latin typeface="Arial"/>
                <a:ea typeface="Arial"/>
                <a:cs typeface="Arial"/>
                <a:sym typeface="Arial"/>
              </a:rPr>
              <a:t> como de </a:t>
            </a:r>
            <a:r>
              <a:rPr b="0" i="0" lang="en-US" sz="3000" u="sng">
                <a:solidFill>
                  <a:schemeClr val="dk1"/>
                </a:solidFill>
                <a:latin typeface="Arial"/>
                <a:ea typeface="Arial"/>
                <a:cs typeface="Arial"/>
                <a:sym typeface="Arial"/>
              </a:rPr>
              <a:t>estructura</a:t>
            </a:r>
            <a:r>
              <a:rPr b="0" i="0" lang="en-US" sz="3000" u="none">
                <a:solidFill>
                  <a:schemeClr val="dk1"/>
                </a:solidFill>
                <a:latin typeface="Arial"/>
                <a:ea typeface="Arial"/>
                <a:cs typeface="Arial"/>
                <a:sym typeface="Arial"/>
              </a:rPr>
              <a:t> en un sistema de software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txBox="1"/>
          <p:nvPr>
            <p:ph type="title"/>
          </p:nvPr>
        </p:nvSpPr>
        <p:spPr>
          <a:xfrm>
            <a:off x="457200" y="122237"/>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UML 2.0 </a:t>
            </a:r>
            <a:br>
              <a:rPr b="1" i="0" lang="en-US" sz="3900" u="none">
                <a:solidFill>
                  <a:schemeClr val="dk2"/>
                </a:solidFill>
                <a:latin typeface="Arial"/>
                <a:ea typeface="Arial"/>
                <a:cs typeface="Arial"/>
                <a:sym typeface="Arial"/>
              </a:rPr>
            </a:br>
            <a:r>
              <a:rPr b="1" i="0" lang="en-US" sz="2700" u="none">
                <a:solidFill>
                  <a:schemeClr val="dk2"/>
                </a:solidFill>
                <a:latin typeface="Arial"/>
                <a:ea typeface="Arial"/>
                <a:cs typeface="Arial"/>
                <a:sym typeface="Arial"/>
              </a:rPr>
              <a:t>Aspectos estructurales (estáticos)</a:t>
            </a:r>
            <a:endParaRPr/>
          </a:p>
        </p:txBody>
      </p:sp>
      <p:sp>
        <p:nvSpPr>
          <p:cNvPr id="303" name="Google Shape;303;p17"/>
          <p:cNvSpPr txBox="1"/>
          <p:nvPr>
            <p:ph idx="1" type="body"/>
          </p:nvPr>
        </p:nvSpPr>
        <p:spPr>
          <a:xfrm>
            <a:off x="457200" y="1719262"/>
            <a:ext cx="8229600" cy="44116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clases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componentes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paquetes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deployment</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objetos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estructuras de composición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8"/>
          <p:cNvSpPr txBox="1"/>
          <p:nvPr>
            <p:ph idx="1" type="body"/>
          </p:nvPr>
        </p:nvSpPr>
        <p:spPr>
          <a:xfrm>
            <a:off x="457200" y="2057400"/>
            <a:ext cx="8229600" cy="40735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actividades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secuencias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comunicación</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estado de maquinas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descripción general</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tiempos</a:t>
            </a:r>
            <a:endParaRPr/>
          </a:p>
          <a:p>
            <a:pPr indent="-342900" lvl="0" marL="342900" rtl="0" algn="l">
              <a:lnSpc>
                <a:spcPct val="100000"/>
              </a:lnSpc>
              <a:spcBef>
                <a:spcPts val="600"/>
              </a:spcBef>
              <a:spcAft>
                <a:spcPts val="0"/>
              </a:spcAft>
              <a:buClr>
                <a:schemeClr val="dk2"/>
              </a:buClr>
              <a:buSzPts val="2100"/>
              <a:buFont typeface="Noto Sans Symbols"/>
              <a:buChar char="●"/>
            </a:pPr>
            <a:r>
              <a:rPr b="0" i="0" lang="en-US" sz="3000" u="none">
                <a:solidFill>
                  <a:schemeClr val="dk1"/>
                </a:solidFill>
                <a:latin typeface="Arial"/>
                <a:ea typeface="Arial"/>
                <a:cs typeface="Arial"/>
                <a:sym typeface="Arial"/>
              </a:rPr>
              <a:t>Diagrama de casos de uso</a:t>
            </a:r>
            <a:endParaRPr/>
          </a:p>
        </p:txBody>
      </p:sp>
      <p:sp>
        <p:nvSpPr>
          <p:cNvPr id="309" name="Google Shape;309;p18"/>
          <p:cNvSpPr txBox="1"/>
          <p:nvPr>
            <p:ph type="title"/>
          </p:nvPr>
        </p:nvSpPr>
        <p:spPr>
          <a:xfrm>
            <a:off x="457200" y="533400"/>
            <a:ext cx="7543800" cy="1295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900"/>
              <a:buFont typeface="Arial"/>
              <a:buNone/>
            </a:pPr>
            <a:r>
              <a:rPr b="1" i="0" lang="en-US" sz="3900" u="none">
                <a:solidFill>
                  <a:schemeClr val="dk2"/>
                </a:solidFill>
                <a:latin typeface="Arial"/>
                <a:ea typeface="Arial"/>
                <a:cs typeface="Arial"/>
                <a:sym typeface="Arial"/>
              </a:rPr>
              <a:t>UML 2.0 </a:t>
            </a:r>
            <a:br>
              <a:rPr b="1" i="0" lang="en-US" sz="3900" u="none">
                <a:solidFill>
                  <a:schemeClr val="dk2"/>
                </a:solidFill>
                <a:latin typeface="Arial"/>
                <a:ea typeface="Arial"/>
                <a:cs typeface="Arial"/>
                <a:sym typeface="Arial"/>
              </a:rPr>
            </a:br>
            <a:r>
              <a:rPr b="1" i="0" lang="en-US" sz="3900" u="none">
                <a:solidFill>
                  <a:schemeClr val="dk2"/>
                </a:solidFill>
                <a:latin typeface="Arial"/>
                <a:ea typeface="Arial"/>
                <a:cs typeface="Arial"/>
                <a:sym typeface="Arial"/>
              </a:rPr>
              <a:t>Aspectos de comportamiento</a:t>
            </a:r>
            <a:br>
              <a:rPr b="1" i="0" lang="en-US" sz="3900" u="none">
                <a:solidFill>
                  <a:schemeClr val="dk2"/>
                </a:solidFill>
                <a:latin typeface="Arial"/>
                <a:ea typeface="Arial"/>
                <a:cs typeface="Arial"/>
                <a:sym typeface="Arial"/>
              </a:rPr>
            </a:br>
            <a:r>
              <a:rPr b="1" i="0" lang="en-US" sz="3900" u="none">
                <a:solidFill>
                  <a:schemeClr val="dk2"/>
                </a:solidFill>
                <a:latin typeface="Arial"/>
                <a:ea typeface="Arial"/>
                <a:cs typeface="Arial"/>
                <a:sym typeface="Arial"/>
              </a:rPr>
              <a:t>(dinámicos)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1e6cd9755f2_0_1"/>
          <p:cNvSpPr txBox="1"/>
          <p:nvPr>
            <p:ph type="title"/>
          </p:nvPr>
        </p:nvSpPr>
        <p:spPr>
          <a:xfrm>
            <a:off x="457200" y="122237"/>
            <a:ext cx="7543800" cy="1295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Ejercicio</a:t>
            </a:r>
            <a:endParaRPr/>
          </a:p>
        </p:txBody>
      </p:sp>
      <p:sp>
        <p:nvSpPr>
          <p:cNvPr id="316" name="Google Shape;316;g1e6cd9755f2_0_1"/>
          <p:cNvSpPr txBox="1"/>
          <p:nvPr/>
        </p:nvSpPr>
        <p:spPr>
          <a:xfrm>
            <a:off x="94650" y="1779400"/>
            <a:ext cx="8954700" cy="442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300">
                <a:solidFill>
                  <a:schemeClr val="dk1"/>
                </a:solidFill>
                <a:latin typeface="Lato"/>
                <a:ea typeface="Lato"/>
                <a:cs typeface="Lato"/>
                <a:sym typeface="Lato"/>
              </a:rPr>
              <a:t>Usted va a desarrollar un sistema para reservación de vuelos en una aerolínea con las siguientes características:</a:t>
            </a:r>
            <a:endParaRPr sz="1300">
              <a:solidFill>
                <a:schemeClr val="dk1"/>
              </a:solidFill>
              <a:latin typeface="Lato"/>
              <a:ea typeface="Lato"/>
              <a:cs typeface="Lato"/>
              <a:sym typeface="Lato"/>
            </a:endParaRPr>
          </a:p>
          <a:p>
            <a:pPr indent="-311150" lvl="0" marL="457200" rtl="0" algn="l">
              <a:lnSpc>
                <a:spcPct val="115000"/>
              </a:lnSpc>
              <a:spcBef>
                <a:spcPts val="1600"/>
              </a:spcBef>
              <a:spcAft>
                <a:spcPts val="0"/>
              </a:spcAft>
              <a:buClr>
                <a:schemeClr val="dk1"/>
              </a:buClr>
              <a:buSzPts val="1300"/>
              <a:buFont typeface="Lato"/>
              <a:buChar char="●"/>
            </a:pPr>
            <a:r>
              <a:rPr lang="en-US" sz="1300">
                <a:solidFill>
                  <a:schemeClr val="dk1"/>
                </a:solidFill>
                <a:latin typeface="Lato"/>
                <a:ea typeface="Lato"/>
                <a:cs typeface="Lato"/>
                <a:sym typeface="Lato"/>
              </a:rPr>
              <a:t>El sistema soporta un número de transacciones para reservar asientos, actualizarlos, transferirlos, mejorarlos o cancelarlos</a:t>
            </a:r>
            <a:endParaRPr sz="1300">
              <a:solidFill>
                <a:schemeClr val="dk1"/>
              </a:solidFill>
              <a:latin typeface="Lato"/>
              <a:ea typeface="Lato"/>
              <a:cs typeface="Lato"/>
              <a:sym typeface="Lato"/>
            </a:endParaRPr>
          </a:p>
          <a:p>
            <a:pPr indent="-311150" lvl="0" marL="457200" rtl="0" algn="l">
              <a:lnSpc>
                <a:spcPct val="115000"/>
              </a:lnSpc>
              <a:spcBef>
                <a:spcPts val="0"/>
              </a:spcBef>
              <a:spcAft>
                <a:spcPts val="0"/>
              </a:spcAft>
              <a:buClr>
                <a:schemeClr val="dk1"/>
              </a:buClr>
              <a:buSzPts val="1300"/>
              <a:buFont typeface="Lato"/>
              <a:buChar char="●"/>
            </a:pPr>
            <a:r>
              <a:rPr lang="en-US" sz="1300">
                <a:solidFill>
                  <a:schemeClr val="dk1"/>
                </a:solidFill>
                <a:latin typeface="Lato"/>
                <a:ea typeface="Lato"/>
                <a:cs typeface="Lato"/>
                <a:sym typeface="Lato"/>
              </a:rPr>
              <a:t>Los comportamientos externos visibles del sistema (lo que el sistema hace) es en respuesta a las transacciones que los clientes ingresan, por ejemplo reservar un asiento o actualizar una reservación o cancelar una reservación.</a:t>
            </a:r>
            <a:endParaRPr sz="1300">
              <a:solidFill>
                <a:schemeClr val="dk1"/>
              </a:solidFill>
              <a:latin typeface="Lato"/>
              <a:ea typeface="Lato"/>
              <a:cs typeface="Lato"/>
              <a:sym typeface="Lato"/>
            </a:endParaRPr>
          </a:p>
          <a:p>
            <a:pPr indent="-311150" lvl="0" marL="457200" rtl="0" algn="l">
              <a:lnSpc>
                <a:spcPct val="115000"/>
              </a:lnSpc>
              <a:spcBef>
                <a:spcPts val="0"/>
              </a:spcBef>
              <a:spcAft>
                <a:spcPts val="0"/>
              </a:spcAft>
              <a:buClr>
                <a:schemeClr val="dk1"/>
              </a:buClr>
              <a:buSzPts val="1300"/>
              <a:buFont typeface="Lato"/>
              <a:buChar char="●"/>
            </a:pPr>
            <a:r>
              <a:rPr lang="en-US" sz="1300">
                <a:solidFill>
                  <a:schemeClr val="dk1"/>
                </a:solidFill>
                <a:latin typeface="Lato"/>
                <a:ea typeface="Lato"/>
                <a:cs typeface="Lato"/>
                <a:sym typeface="Lato"/>
              </a:rPr>
              <a:t>Las propiedades de calidad del sistema (cómo ofrece el servicio) incluyen un tiempo de respuesta promedio específico para una transacción bajo una cantidad específica de carga (cantidad de usuarios por segundo), la disponibilidad del sistema y el tiempo requerido para reparar defectos en el sistema.</a:t>
            </a:r>
            <a:endParaRPr sz="1300">
              <a:solidFill>
                <a:schemeClr val="dk1"/>
              </a:solidFill>
              <a:latin typeface="Lato"/>
              <a:ea typeface="Lato"/>
              <a:cs typeface="Lato"/>
              <a:sym typeface="Lato"/>
            </a:endParaRPr>
          </a:p>
          <a:p>
            <a:pPr indent="0" lvl="0" marL="0" rtl="0" algn="l">
              <a:lnSpc>
                <a:spcPct val="115000"/>
              </a:lnSpc>
              <a:spcBef>
                <a:spcPts val="1600"/>
              </a:spcBef>
              <a:spcAft>
                <a:spcPts val="0"/>
              </a:spcAft>
              <a:buNone/>
            </a:pPr>
            <a:r>
              <a:rPr lang="en-US" sz="1300">
                <a:solidFill>
                  <a:schemeClr val="dk1"/>
                </a:solidFill>
                <a:latin typeface="Lato"/>
                <a:ea typeface="Lato"/>
                <a:cs typeface="Lato"/>
                <a:sym typeface="Lato"/>
              </a:rPr>
              <a:t>Considere las siguientes capacidades/características importantes y necesarias para el sistema:</a:t>
            </a:r>
            <a:endParaRPr sz="1300">
              <a:solidFill>
                <a:schemeClr val="dk1"/>
              </a:solidFill>
              <a:latin typeface="Lato"/>
              <a:ea typeface="Lato"/>
              <a:cs typeface="Lato"/>
              <a:sym typeface="Lato"/>
            </a:endParaRPr>
          </a:p>
          <a:p>
            <a:pPr indent="-311150" lvl="0" marL="457200" rtl="0" algn="l">
              <a:lnSpc>
                <a:spcPct val="115000"/>
              </a:lnSpc>
              <a:spcBef>
                <a:spcPts val="1600"/>
              </a:spcBef>
              <a:spcAft>
                <a:spcPts val="0"/>
              </a:spcAft>
              <a:buClr>
                <a:schemeClr val="dk1"/>
              </a:buClr>
              <a:buSzPts val="1300"/>
              <a:buFont typeface="Lato"/>
              <a:buChar char="●"/>
            </a:pPr>
            <a:r>
              <a:rPr lang="en-US" sz="1300">
                <a:solidFill>
                  <a:schemeClr val="dk1"/>
                </a:solidFill>
                <a:latin typeface="Lato"/>
                <a:ea typeface="Lato"/>
                <a:cs typeface="Lato"/>
                <a:sym typeface="Lato"/>
              </a:rPr>
              <a:t>Los datos del sistema están distribuidos en diferentes sistemas ubicados en diferentes lugares físicos</a:t>
            </a:r>
            <a:endParaRPr sz="1300">
              <a:solidFill>
                <a:schemeClr val="dk1"/>
              </a:solidFill>
              <a:latin typeface="Lato"/>
              <a:ea typeface="Lato"/>
              <a:cs typeface="Lato"/>
              <a:sym typeface="Lato"/>
            </a:endParaRPr>
          </a:p>
          <a:p>
            <a:pPr indent="-311150" lvl="0" marL="457200" rtl="0" algn="l">
              <a:lnSpc>
                <a:spcPct val="115000"/>
              </a:lnSpc>
              <a:spcBef>
                <a:spcPts val="0"/>
              </a:spcBef>
              <a:spcAft>
                <a:spcPts val="0"/>
              </a:spcAft>
              <a:buClr>
                <a:schemeClr val="dk1"/>
              </a:buClr>
              <a:buSzPts val="1300"/>
              <a:buFont typeface="Lato"/>
              <a:buChar char="●"/>
            </a:pPr>
            <a:r>
              <a:rPr lang="en-US" sz="1300">
                <a:solidFill>
                  <a:schemeClr val="dk1"/>
                </a:solidFill>
                <a:latin typeface="Lato"/>
                <a:ea typeface="Lato"/>
                <a:cs typeface="Lato"/>
                <a:sym typeface="Lato"/>
              </a:rPr>
              <a:t>Se debe soportar diferentes tipos de dispositivos que ingresarán datos al sistema</a:t>
            </a:r>
            <a:endParaRPr sz="1300">
              <a:solidFill>
                <a:schemeClr val="dk1"/>
              </a:solidFill>
              <a:latin typeface="Lato"/>
              <a:ea typeface="Lato"/>
              <a:cs typeface="Lato"/>
              <a:sym typeface="Lato"/>
            </a:endParaRPr>
          </a:p>
          <a:p>
            <a:pPr indent="-311150" lvl="0" marL="457200" rtl="0" algn="l">
              <a:lnSpc>
                <a:spcPct val="115000"/>
              </a:lnSpc>
              <a:spcBef>
                <a:spcPts val="0"/>
              </a:spcBef>
              <a:spcAft>
                <a:spcPts val="0"/>
              </a:spcAft>
              <a:buClr>
                <a:schemeClr val="dk1"/>
              </a:buClr>
              <a:buSzPts val="1300"/>
              <a:buFont typeface="Lato"/>
              <a:buChar char="●"/>
            </a:pPr>
            <a:r>
              <a:rPr lang="en-US" sz="1300">
                <a:solidFill>
                  <a:schemeClr val="dk1"/>
                </a:solidFill>
                <a:latin typeface="Lato"/>
                <a:ea typeface="Lato"/>
                <a:cs typeface="Lato"/>
                <a:sym typeface="Lato"/>
              </a:rPr>
              <a:t>El sistema debe de poder presentar la información en diferentes lenguajes</a:t>
            </a:r>
            <a:endParaRPr sz="1300">
              <a:solidFill>
                <a:schemeClr val="dk1"/>
              </a:solidFill>
              <a:latin typeface="Lato"/>
              <a:ea typeface="Lato"/>
              <a:cs typeface="Lato"/>
              <a:sym typeface="Lato"/>
            </a:endParaRPr>
          </a:p>
          <a:p>
            <a:pPr indent="-311150" lvl="0" marL="457200" rtl="0" algn="l">
              <a:lnSpc>
                <a:spcPct val="115000"/>
              </a:lnSpc>
              <a:spcBef>
                <a:spcPts val="0"/>
              </a:spcBef>
              <a:spcAft>
                <a:spcPts val="0"/>
              </a:spcAft>
              <a:buClr>
                <a:schemeClr val="dk1"/>
              </a:buClr>
              <a:buSzPts val="1300"/>
              <a:buFont typeface="Lato"/>
              <a:buChar char="●"/>
            </a:pPr>
            <a:r>
              <a:rPr lang="en-US" sz="1300">
                <a:solidFill>
                  <a:schemeClr val="dk1"/>
                </a:solidFill>
                <a:latin typeface="Lato"/>
                <a:ea typeface="Lato"/>
                <a:cs typeface="Lato"/>
                <a:sym typeface="Lato"/>
              </a:rPr>
              <a:t>El sistema debe de poder imprimir tickets y otros documentos en diferentes tipos de impresoras</a:t>
            </a:r>
            <a:endParaRPr sz="1300">
              <a:solidFill>
                <a:schemeClr val="dk1"/>
              </a:solidFill>
              <a:latin typeface="Lato"/>
              <a:ea typeface="Lato"/>
              <a:cs typeface="Lato"/>
              <a:sym typeface="Lato"/>
            </a:endParaRPr>
          </a:p>
          <a:p>
            <a:pPr indent="-311150" lvl="0" marL="457200" rtl="0" algn="l">
              <a:lnSpc>
                <a:spcPct val="115000"/>
              </a:lnSpc>
              <a:spcBef>
                <a:spcPts val="0"/>
              </a:spcBef>
              <a:spcAft>
                <a:spcPts val="0"/>
              </a:spcAft>
              <a:buClr>
                <a:schemeClr val="dk1"/>
              </a:buClr>
              <a:buSzPts val="1300"/>
              <a:buFont typeface="Lato"/>
              <a:buChar char="●"/>
            </a:pPr>
            <a:r>
              <a:rPr lang="en-US" sz="1300">
                <a:solidFill>
                  <a:schemeClr val="dk1"/>
                </a:solidFill>
                <a:latin typeface="Lato"/>
                <a:ea typeface="Lato"/>
                <a:cs typeface="Lato"/>
                <a:sym typeface="Lato"/>
              </a:rPr>
              <a:t>El sistema se debe adherir a diferentes regulaciones internacionales</a:t>
            </a:r>
            <a:endParaRPr sz="1300">
              <a:solidFill>
                <a:schemeClr val="dk1"/>
              </a:solidFill>
              <a:latin typeface="Lato"/>
              <a:ea typeface="Lato"/>
              <a:cs typeface="Lato"/>
              <a:sym typeface="Lato"/>
            </a:endParaRPr>
          </a:p>
          <a:p>
            <a:pPr indent="0" lvl="0" marL="0" rtl="0" algn="l">
              <a:lnSpc>
                <a:spcPct val="115000"/>
              </a:lnSpc>
              <a:spcBef>
                <a:spcPts val="1600"/>
              </a:spcBef>
              <a:spcAft>
                <a:spcPts val="1600"/>
              </a:spcAft>
              <a:buNone/>
            </a:pPr>
            <a:r>
              <a:rPr b="1" lang="en-US" sz="1300">
                <a:solidFill>
                  <a:schemeClr val="dk1"/>
                </a:solidFill>
                <a:latin typeface="Lato"/>
                <a:ea typeface="Lato"/>
                <a:cs typeface="Lato"/>
                <a:sym typeface="Lato"/>
              </a:rPr>
              <a:t>DIAGRAME LA ARQUITECTURA usando el proceso de 3 pasos.</a:t>
            </a:r>
            <a:endParaRPr b="1" sz="1300">
              <a:solidFill>
                <a:schemeClr val="dk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1_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